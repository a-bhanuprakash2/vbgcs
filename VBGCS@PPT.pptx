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19" r:id="rId1"/>
  </p:sldMasterIdLst>
  <p:notesMasterIdLst>
    <p:notesMasterId r:id="rId33"/>
  </p:notesMasterIdLst>
  <p:sldIdLst>
    <p:sldId id="256" r:id="rId2"/>
    <p:sldId id="379" r:id="rId3"/>
    <p:sldId id="380" r:id="rId4"/>
    <p:sldId id="399" r:id="rId5"/>
    <p:sldId id="406" r:id="rId6"/>
    <p:sldId id="381" r:id="rId7"/>
    <p:sldId id="400" r:id="rId8"/>
    <p:sldId id="401" r:id="rId9"/>
    <p:sldId id="402" r:id="rId10"/>
    <p:sldId id="382" r:id="rId11"/>
    <p:sldId id="407" r:id="rId12"/>
    <p:sldId id="394" r:id="rId13"/>
    <p:sldId id="393" r:id="rId14"/>
    <p:sldId id="392" r:id="rId15"/>
    <p:sldId id="391" r:id="rId16"/>
    <p:sldId id="390" r:id="rId17"/>
    <p:sldId id="395" r:id="rId18"/>
    <p:sldId id="396" r:id="rId19"/>
    <p:sldId id="397" r:id="rId20"/>
    <p:sldId id="398" r:id="rId21"/>
    <p:sldId id="412" r:id="rId22"/>
    <p:sldId id="403" r:id="rId23"/>
    <p:sldId id="405" r:id="rId24"/>
    <p:sldId id="411" r:id="rId25"/>
    <p:sldId id="413" r:id="rId26"/>
    <p:sldId id="408" r:id="rId27"/>
    <p:sldId id="409" r:id="rId28"/>
    <p:sldId id="404" r:id="rId29"/>
    <p:sldId id="383" r:id="rId30"/>
    <p:sldId id="384" r:id="rId31"/>
    <p:sldId id="386" r:id="rId32"/>
  </p:sldIdLst>
  <p:sldSz cx="12192000" cy="6858000"/>
  <p:notesSz cx="7559675" cy="106918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250" autoAdjust="0"/>
    <p:restoredTop sz="93856" autoAdjust="0"/>
  </p:normalViewPr>
  <p:slideViewPr>
    <p:cSldViewPr>
      <p:cViewPr varScale="1">
        <p:scale>
          <a:sx n="74" d="100"/>
          <a:sy n="74" d="100"/>
        </p:scale>
        <p:origin x="328" y="60"/>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49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4988"/>
          </a:xfrm>
          <a:prstGeom prst="rect">
            <a:avLst/>
          </a:prstGeom>
        </p:spPr>
        <p:txBody>
          <a:bodyPr vert="horz" lIns="91440" tIns="45720" rIns="91440" bIns="45720" rtlCol="0"/>
          <a:lstStyle>
            <a:lvl1pPr algn="r">
              <a:defRPr sz="1200"/>
            </a:lvl1pPr>
          </a:lstStyle>
          <a:p>
            <a:fld id="{1204005F-7B90-478D-9A53-027B56E10738}" type="datetimeFigureOut">
              <a:rPr lang="en-US" smtClean="0"/>
              <a:pPr/>
              <a:t>4/16/2026</a:t>
            </a:fld>
            <a:endParaRPr lang="en-US"/>
          </a:p>
        </p:txBody>
      </p:sp>
      <p:sp>
        <p:nvSpPr>
          <p:cNvPr id="4" name="Slide Image Placeholder 3"/>
          <p:cNvSpPr>
            <a:spLocks noGrp="1" noRot="1" noChangeAspect="1"/>
          </p:cNvSpPr>
          <p:nvPr>
            <p:ph type="sldImg" idx="2"/>
          </p:nvPr>
        </p:nvSpPr>
        <p:spPr>
          <a:xfrm>
            <a:off x="215900" y="801688"/>
            <a:ext cx="7127875" cy="40100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078413"/>
            <a:ext cx="6048375" cy="4811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49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4987"/>
          </a:xfrm>
          <a:prstGeom prst="rect">
            <a:avLst/>
          </a:prstGeom>
        </p:spPr>
        <p:txBody>
          <a:bodyPr vert="horz" lIns="91440" tIns="45720" rIns="91440" bIns="45720" rtlCol="0" anchor="b"/>
          <a:lstStyle>
            <a:lvl1pPr algn="r">
              <a:defRPr sz="1200"/>
            </a:lvl1pPr>
          </a:lstStyle>
          <a:p>
            <a:fld id="{D489339D-544C-4A06-82EF-5BE0957D380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489339D-544C-4A06-82EF-5BE0957D3807}"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EA2CDA-CB48-45F5-8827-086D507BB8C9}" type="datetimeFigureOut">
              <a:rPr lang="en-IN" smtClean="0"/>
              <a:pPr/>
              <a:t>16-04-2026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425395-6D31-4434-A469-DE29B855650C}" type="slidenum">
              <a:rPr lang="en-IN" smtClean="0"/>
              <a:pPr/>
              <a:t>‹#›</a:t>
            </a:fld>
            <a:endParaRPr lang="en-IN"/>
          </a:p>
        </p:txBody>
      </p:sp>
    </p:spTree>
    <p:extLst>
      <p:ext uri="{BB962C8B-B14F-4D97-AF65-F5344CB8AC3E}">
        <p14:creationId xmlns:p14="http://schemas.microsoft.com/office/powerpoint/2010/main" val="1446391006"/>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EA2CDA-CB48-45F5-8827-086D507BB8C9}" type="datetimeFigureOut">
              <a:rPr lang="en-IN" smtClean="0"/>
              <a:pPr/>
              <a:t>16-04-2026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425395-6D31-4434-A469-DE29B855650C}" type="slidenum">
              <a:rPr lang="en-IN" smtClean="0"/>
              <a:pPr/>
              <a:t>‹#›</a:t>
            </a:fld>
            <a:endParaRPr lang="en-IN"/>
          </a:p>
        </p:txBody>
      </p:sp>
    </p:spTree>
    <p:extLst>
      <p:ext uri="{BB962C8B-B14F-4D97-AF65-F5344CB8AC3E}">
        <p14:creationId xmlns:p14="http://schemas.microsoft.com/office/powerpoint/2010/main" val="740694674"/>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EA2CDA-CB48-45F5-8827-086D507BB8C9}" type="datetimeFigureOut">
              <a:rPr lang="en-IN" smtClean="0"/>
              <a:pPr/>
              <a:t>16-04-2026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425395-6D31-4434-A469-DE29B855650C}" type="slidenum">
              <a:rPr lang="en-IN" smtClean="0"/>
              <a:pPr/>
              <a:t>‹#›</a:t>
            </a:fld>
            <a:endParaRPr lang="en-IN"/>
          </a:p>
        </p:txBody>
      </p:sp>
    </p:spTree>
    <p:extLst>
      <p:ext uri="{BB962C8B-B14F-4D97-AF65-F5344CB8AC3E}">
        <p14:creationId xmlns:p14="http://schemas.microsoft.com/office/powerpoint/2010/main" val="3911839391"/>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EA2CDA-CB48-45F5-8827-086D507BB8C9}" type="datetimeFigureOut">
              <a:rPr lang="en-IN" smtClean="0"/>
              <a:pPr/>
              <a:t>16-04-2026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7425395-6D31-4434-A469-DE29B855650C}" type="slidenum">
              <a:rPr lang="en-IN" smtClean="0"/>
              <a:pPr/>
              <a:t>‹#›</a:t>
            </a:fld>
            <a:endParaRPr lang="en-IN"/>
          </a:p>
        </p:txBody>
      </p:sp>
    </p:spTree>
    <p:extLst>
      <p:ext uri="{BB962C8B-B14F-4D97-AF65-F5344CB8AC3E}">
        <p14:creationId xmlns:p14="http://schemas.microsoft.com/office/powerpoint/2010/main" val="4118341412"/>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EA2CDA-CB48-45F5-8827-086D507BB8C9}" type="datetimeFigureOut">
              <a:rPr lang="en-IN" smtClean="0"/>
              <a:pPr/>
              <a:t>16-04-2026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7425395-6D31-4434-A469-DE29B855650C}" type="slidenum">
              <a:rPr lang="en-IN" smtClean="0"/>
              <a:pPr/>
              <a:t>‹#›</a:t>
            </a:fld>
            <a:endParaRPr lang="en-IN"/>
          </a:p>
        </p:txBody>
      </p:sp>
    </p:spTree>
    <p:extLst>
      <p:ext uri="{BB962C8B-B14F-4D97-AF65-F5344CB8AC3E}">
        <p14:creationId xmlns:p14="http://schemas.microsoft.com/office/powerpoint/2010/main" val="1208372891"/>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EA2CDA-CB48-45F5-8827-086D507BB8C9}" type="datetimeFigureOut">
              <a:rPr lang="en-IN" smtClean="0"/>
              <a:pPr/>
              <a:t>16-04-2026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7425395-6D31-4434-A469-DE29B855650C}" type="slidenum">
              <a:rPr lang="en-IN" smtClean="0"/>
              <a:pPr/>
              <a:t>‹#›</a:t>
            </a:fld>
            <a:endParaRPr lang="en-IN"/>
          </a:p>
        </p:txBody>
      </p:sp>
    </p:spTree>
    <p:extLst>
      <p:ext uri="{BB962C8B-B14F-4D97-AF65-F5344CB8AC3E}">
        <p14:creationId xmlns:p14="http://schemas.microsoft.com/office/powerpoint/2010/main" val="1778812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EA2CDA-CB48-45F5-8827-086D507BB8C9}" type="datetimeFigureOut">
              <a:rPr lang="en-IN" smtClean="0"/>
              <a:pPr/>
              <a:t>16-04-2026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7425395-6D31-4434-A469-DE29B855650C}" type="slidenum">
              <a:rPr lang="en-IN" smtClean="0"/>
              <a:pPr/>
              <a:t>‹#›</a:t>
            </a:fld>
            <a:endParaRPr lang="en-IN"/>
          </a:p>
        </p:txBody>
      </p:sp>
    </p:spTree>
    <p:extLst>
      <p:ext uri="{BB962C8B-B14F-4D97-AF65-F5344CB8AC3E}">
        <p14:creationId xmlns:p14="http://schemas.microsoft.com/office/powerpoint/2010/main" val="399416545"/>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EA2CDA-CB48-45F5-8827-086D507BB8C9}" type="datetimeFigureOut">
              <a:rPr lang="en-IN" smtClean="0"/>
              <a:pPr/>
              <a:t>16-04-2026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7425395-6D31-4434-A469-DE29B855650C}" type="slidenum">
              <a:rPr lang="en-IN" smtClean="0"/>
              <a:pPr/>
              <a:t>‹#›</a:t>
            </a:fld>
            <a:endParaRPr lang="en-IN"/>
          </a:p>
        </p:txBody>
      </p:sp>
    </p:spTree>
    <p:extLst>
      <p:ext uri="{BB962C8B-B14F-4D97-AF65-F5344CB8AC3E}">
        <p14:creationId xmlns:p14="http://schemas.microsoft.com/office/powerpoint/2010/main" val="293576466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EA2CDA-CB48-45F5-8827-086D507BB8C9}" type="datetimeFigureOut">
              <a:rPr lang="en-IN" smtClean="0"/>
              <a:pPr/>
              <a:t>16-04-2026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7425395-6D31-4434-A469-DE29B855650C}" type="slidenum">
              <a:rPr lang="en-IN" smtClean="0"/>
              <a:pPr/>
              <a:t>‹#›</a:t>
            </a:fld>
            <a:endParaRPr lang="en-IN"/>
          </a:p>
        </p:txBody>
      </p:sp>
    </p:spTree>
    <p:extLst>
      <p:ext uri="{BB962C8B-B14F-4D97-AF65-F5344CB8AC3E}">
        <p14:creationId xmlns:p14="http://schemas.microsoft.com/office/powerpoint/2010/main" val="1588623183"/>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indent="0">
              <a:buNone/>
            </a:pPr>
            <a:endParaRPr lang="en-US" sz="1400" b="0" strike="noStrike" spc="-1">
              <a:solidFill>
                <a:srgbClr val="000000"/>
              </a:solidFill>
              <a:latin typeface="Times New Roman"/>
            </a:endParaRPr>
          </a:p>
        </p:txBody>
      </p:sp>
      <p:sp>
        <p:nvSpPr>
          <p:cNvPr id="5" name="Footer Placeholder 4"/>
          <p:cNvSpPr>
            <a:spLocks noGrp="1"/>
          </p:cNvSpPr>
          <p:nvPr>
            <p:ph type="ftr" sz="quarter" idx="11"/>
          </p:nvPr>
        </p:nvSpPr>
        <p:spPr/>
        <p:txBody>
          <a:bodyPr/>
          <a:lstStyle/>
          <a:p>
            <a:pPr indent="0">
              <a:lnSpc>
                <a:spcPct val="100000"/>
              </a:lnSpc>
              <a:buNone/>
            </a:pPr>
            <a:r>
              <a:rPr lang="en-IN" sz="1100" b="0" strike="noStrike" cap="all" spc="-1">
                <a:solidFill>
                  <a:srgbClr val="000000"/>
                </a:solidFill>
                <a:latin typeface="Century Gothic"/>
              </a:rPr>
              <a:t>REG. NO. UP19P9611047      </a:t>
            </a:r>
            <a:endParaRPr lang="en-US" sz="1100" b="0" strike="noStrike" spc="-1">
              <a:solidFill>
                <a:srgbClr val="000000"/>
              </a:solidFill>
              <a:latin typeface="Times New Roman"/>
            </a:endParaRPr>
          </a:p>
        </p:txBody>
      </p:sp>
      <p:sp>
        <p:nvSpPr>
          <p:cNvPr id="6" name="Slide Number Placeholder 5"/>
          <p:cNvSpPr>
            <a:spLocks noGrp="1"/>
          </p:cNvSpPr>
          <p:nvPr>
            <p:ph type="sldNum" sz="quarter" idx="12"/>
          </p:nvPr>
        </p:nvSpPr>
        <p:spPr/>
        <p:txBody>
          <a:bodyPr/>
          <a:lstStyle/>
          <a:p>
            <a:pPr indent="0" algn="r">
              <a:lnSpc>
                <a:spcPct val="100000"/>
              </a:lnSpc>
              <a:buNone/>
            </a:pPr>
            <a:fld id="{D8D04070-36B9-4693-9160-178E88779235}" type="slidenum">
              <a:rPr lang="en-IN" sz="1100" b="0" strike="noStrike" spc="-1" smtClean="0">
                <a:solidFill>
                  <a:srgbClr val="000000"/>
                </a:solidFill>
                <a:latin typeface="Century Gothic"/>
              </a:rPr>
              <a:pPr indent="0" algn="r">
                <a:lnSpc>
                  <a:spcPct val="100000"/>
                </a:lnSpc>
                <a:buNone/>
              </a:pPr>
              <a:t>‹#›</a:t>
            </a:fld>
            <a:endParaRPr lang="en-US" sz="1100" b="0" strike="noStrike" spc="-1">
              <a:solidFill>
                <a:srgbClr val="000000"/>
              </a:solidFill>
              <a:latin typeface="Times New Roman"/>
            </a:endParaRPr>
          </a:p>
        </p:txBody>
      </p:sp>
    </p:spTree>
    <p:extLst>
      <p:ext uri="{BB962C8B-B14F-4D97-AF65-F5344CB8AC3E}">
        <p14:creationId xmlns:p14="http://schemas.microsoft.com/office/powerpoint/2010/main" val="573199734"/>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indent="0">
              <a:buNone/>
            </a:pPr>
            <a:endParaRPr lang="en-US" sz="1400" b="0" strike="noStrike" spc="-1">
              <a:solidFill>
                <a:srgbClr val="000000"/>
              </a:solidFill>
              <a:latin typeface="Times New Roman"/>
            </a:endParaRPr>
          </a:p>
        </p:txBody>
      </p:sp>
      <p:sp>
        <p:nvSpPr>
          <p:cNvPr id="5" name="Footer Placeholder 4"/>
          <p:cNvSpPr>
            <a:spLocks noGrp="1"/>
          </p:cNvSpPr>
          <p:nvPr>
            <p:ph type="ftr" sz="quarter" idx="11"/>
          </p:nvPr>
        </p:nvSpPr>
        <p:spPr/>
        <p:txBody>
          <a:bodyPr/>
          <a:lstStyle/>
          <a:p>
            <a:pPr indent="0">
              <a:lnSpc>
                <a:spcPct val="100000"/>
              </a:lnSpc>
              <a:buNone/>
            </a:pPr>
            <a:r>
              <a:rPr lang="en-IN" sz="1100" b="0" strike="noStrike" cap="all" spc="-1">
                <a:solidFill>
                  <a:srgbClr val="000000"/>
                </a:solidFill>
                <a:latin typeface="Century Gothic"/>
              </a:rPr>
              <a:t>REG. NO. UP19P9611047      </a:t>
            </a:r>
            <a:endParaRPr lang="en-US" sz="1100" b="0" strike="noStrike" spc="-1">
              <a:solidFill>
                <a:srgbClr val="000000"/>
              </a:solidFill>
              <a:latin typeface="Times New Roman"/>
            </a:endParaRPr>
          </a:p>
        </p:txBody>
      </p:sp>
      <p:sp>
        <p:nvSpPr>
          <p:cNvPr id="6" name="Slide Number Placeholder 5"/>
          <p:cNvSpPr>
            <a:spLocks noGrp="1"/>
          </p:cNvSpPr>
          <p:nvPr>
            <p:ph type="sldNum" sz="quarter" idx="12"/>
          </p:nvPr>
        </p:nvSpPr>
        <p:spPr/>
        <p:txBody>
          <a:bodyPr/>
          <a:lstStyle/>
          <a:p>
            <a:pPr indent="0" algn="r">
              <a:lnSpc>
                <a:spcPct val="100000"/>
              </a:lnSpc>
              <a:buNone/>
            </a:pPr>
            <a:fld id="{D8D04070-36B9-4693-9160-178E88779235}" type="slidenum">
              <a:rPr lang="en-IN" sz="1100" b="0" strike="noStrike" spc="-1" smtClean="0">
                <a:solidFill>
                  <a:srgbClr val="000000"/>
                </a:solidFill>
                <a:latin typeface="Century Gothic"/>
              </a:rPr>
              <a:pPr indent="0" algn="r">
                <a:lnSpc>
                  <a:spcPct val="100000"/>
                </a:lnSpc>
                <a:buNone/>
              </a:pPr>
              <a:t>‹#›</a:t>
            </a:fld>
            <a:endParaRPr lang="en-US" sz="1100" b="0" strike="noStrike" spc="-1">
              <a:solidFill>
                <a:srgbClr val="000000"/>
              </a:solidFill>
              <a:latin typeface="Times New Roman"/>
            </a:endParaRP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947870092"/>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EA2CDA-CB48-45F5-8827-086D507BB8C9}" type="datetimeFigureOut">
              <a:rPr lang="en-IN" smtClean="0"/>
              <a:pPr/>
              <a:t>16-04-2026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425395-6D31-4434-A469-DE29B855650C}" type="slidenum">
              <a:rPr lang="en-IN" smtClean="0"/>
              <a:pPr/>
              <a:t>‹#›</a:t>
            </a:fld>
            <a:endParaRPr lang="en-IN"/>
          </a:p>
        </p:txBody>
      </p:sp>
    </p:spTree>
    <p:extLst>
      <p:ext uri="{BB962C8B-B14F-4D97-AF65-F5344CB8AC3E}">
        <p14:creationId xmlns:p14="http://schemas.microsoft.com/office/powerpoint/2010/main" val="888605485"/>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indent="0">
              <a:buNone/>
            </a:pPr>
            <a:endParaRPr lang="en-US" sz="1400" b="0" strike="noStrike" spc="-1">
              <a:solidFill>
                <a:srgbClr val="000000"/>
              </a:solidFill>
              <a:latin typeface="Times New Roman"/>
            </a:endParaRPr>
          </a:p>
        </p:txBody>
      </p:sp>
      <p:sp>
        <p:nvSpPr>
          <p:cNvPr id="5" name="Footer Placeholder 4"/>
          <p:cNvSpPr>
            <a:spLocks noGrp="1"/>
          </p:cNvSpPr>
          <p:nvPr>
            <p:ph type="ftr" sz="quarter" idx="11"/>
          </p:nvPr>
        </p:nvSpPr>
        <p:spPr/>
        <p:txBody>
          <a:bodyPr/>
          <a:lstStyle/>
          <a:p>
            <a:pPr indent="0">
              <a:lnSpc>
                <a:spcPct val="100000"/>
              </a:lnSpc>
              <a:buNone/>
            </a:pPr>
            <a:r>
              <a:rPr lang="en-IN" sz="1100" b="0" strike="noStrike" cap="all" spc="-1">
                <a:solidFill>
                  <a:srgbClr val="000000"/>
                </a:solidFill>
                <a:latin typeface="Century Gothic"/>
              </a:rPr>
              <a:t>REG. NO. UP19P9611047      </a:t>
            </a:r>
            <a:endParaRPr lang="en-US" sz="1100" b="0" strike="noStrike" spc="-1">
              <a:solidFill>
                <a:srgbClr val="000000"/>
              </a:solidFill>
              <a:latin typeface="Times New Roman"/>
            </a:endParaRPr>
          </a:p>
        </p:txBody>
      </p:sp>
      <p:sp>
        <p:nvSpPr>
          <p:cNvPr id="6" name="Slide Number Placeholder 5"/>
          <p:cNvSpPr>
            <a:spLocks noGrp="1"/>
          </p:cNvSpPr>
          <p:nvPr>
            <p:ph type="sldNum" sz="quarter" idx="12"/>
          </p:nvPr>
        </p:nvSpPr>
        <p:spPr/>
        <p:txBody>
          <a:bodyPr/>
          <a:lstStyle/>
          <a:p>
            <a:pPr indent="0" algn="r">
              <a:lnSpc>
                <a:spcPct val="100000"/>
              </a:lnSpc>
              <a:buNone/>
            </a:pPr>
            <a:fld id="{D8D04070-36B9-4693-9160-178E88779235}" type="slidenum">
              <a:rPr lang="en-IN" sz="1100" b="0" strike="noStrike" spc="-1" smtClean="0">
                <a:solidFill>
                  <a:srgbClr val="000000"/>
                </a:solidFill>
                <a:latin typeface="Century Gothic"/>
              </a:rPr>
              <a:pPr indent="0" algn="r">
                <a:lnSpc>
                  <a:spcPct val="100000"/>
                </a:lnSpc>
                <a:buNone/>
              </a:pPr>
              <a:t>‹#›</a:t>
            </a:fld>
            <a:endParaRPr lang="en-US" sz="1100" b="0" strike="noStrike" spc="-1">
              <a:solidFill>
                <a:srgbClr val="000000"/>
              </a:solidFill>
              <a:latin typeface="Times New Roman"/>
            </a:endParaRP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744054858"/>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indent="0">
              <a:buNone/>
            </a:pPr>
            <a:endParaRPr lang="en-US" sz="1400" b="0" strike="noStrike" spc="-1">
              <a:solidFill>
                <a:srgbClr val="000000"/>
              </a:solidFill>
              <a:latin typeface="Times New Roman"/>
            </a:endParaRPr>
          </a:p>
        </p:txBody>
      </p:sp>
      <p:sp>
        <p:nvSpPr>
          <p:cNvPr id="5" name="Footer Placeholder 4"/>
          <p:cNvSpPr>
            <a:spLocks noGrp="1"/>
          </p:cNvSpPr>
          <p:nvPr>
            <p:ph type="ftr" sz="quarter" idx="11"/>
          </p:nvPr>
        </p:nvSpPr>
        <p:spPr/>
        <p:txBody>
          <a:bodyPr/>
          <a:lstStyle/>
          <a:p>
            <a:pPr indent="0">
              <a:lnSpc>
                <a:spcPct val="100000"/>
              </a:lnSpc>
              <a:buNone/>
            </a:pPr>
            <a:r>
              <a:rPr lang="en-IN" sz="1100" b="0" strike="noStrike" cap="all" spc="-1">
                <a:solidFill>
                  <a:srgbClr val="000000"/>
                </a:solidFill>
                <a:latin typeface="Century Gothic"/>
              </a:rPr>
              <a:t>REG. NO. UP19P9611047      </a:t>
            </a:r>
            <a:endParaRPr lang="en-US" sz="1100" b="0" strike="noStrike" spc="-1">
              <a:solidFill>
                <a:srgbClr val="000000"/>
              </a:solidFill>
              <a:latin typeface="Times New Roman"/>
            </a:endParaRPr>
          </a:p>
        </p:txBody>
      </p:sp>
      <p:sp>
        <p:nvSpPr>
          <p:cNvPr id="6" name="Slide Number Placeholder 5"/>
          <p:cNvSpPr>
            <a:spLocks noGrp="1"/>
          </p:cNvSpPr>
          <p:nvPr>
            <p:ph type="sldNum" sz="quarter" idx="12"/>
          </p:nvPr>
        </p:nvSpPr>
        <p:spPr/>
        <p:txBody>
          <a:bodyPr/>
          <a:lstStyle/>
          <a:p>
            <a:pPr indent="0" algn="r">
              <a:lnSpc>
                <a:spcPct val="100000"/>
              </a:lnSpc>
              <a:buNone/>
            </a:pPr>
            <a:fld id="{D8D04070-36B9-4693-9160-178E88779235}" type="slidenum">
              <a:rPr lang="en-IN" sz="1100" b="0" strike="noStrike" spc="-1" smtClean="0">
                <a:solidFill>
                  <a:srgbClr val="000000"/>
                </a:solidFill>
                <a:latin typeface="Century Gothic"/>
              </a:rPr>
              <a:pPr indent="0" algn="r">
                <a:lnSpc>
                  <a:spcPct val="100000"/>
                </a:lnSpc>
                <a:buNone/>
              </a:pPr>
              <a:t>‹#›</a:t>
            </a:fld>
            <a:endParaRPr lang="en-US" sz="1100" b="0" strike="noStrike" spc="-1">
              <a:solidFill>
                <a:srgbClr val="000000"/>
              </a:solidFill>
              <a:latin typeface="Times New Roman"/>
            </a:endParaRPr>
          </a:p>
        </p:txBody>
      </p:sp>
    </p:spTree>
    <p:extLst>
      <p:ext uri="{BB962C8B-B14F-4D97-AF65-F5344CB8AC3E}">
        <p14:creationId xmlns:p14="http://schemas.microsoft.com/office/powerpoint/2010/main" val="2640431808"/>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EA2CDA-CB48-45F5-8827-086D507BB8C9}" type="datetimeFigureOut">
              <a:rPr lang="en-IN" smtClean="0"/>
              <a:pPr/>
              <a:t>16-04-2026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425395-6D31-4434-A469-DE29B855650C}" type="slidenum">
              <a:rPr lang="en-IN" smtClean="0"/>
              <a:pPr/>
              <a:t>‹#›</a:t>
            </a:fld>
            <a:endParaRPr lang="en-IN"/>
          </a:p>
        </p:txBody>
      </p:sp>
    </p:spTree>
    <p:extLst>
      <p:ext uri="{BB962C8B-B14F-4D97-AF65-F5344CB8AC3E}">
        <p14:creationId xmlns:p14="http://schemas.microsoft.com/office/powerpoint/2010/main" val="4196450608"/>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EA2CDA-CB48-45F5-8827-086D507BB8C9}" type="datetimeFigureOut">
              <a:rPr lang="en-IN" smtClean="0"/>
              <a:pPr/>
              <a:t>16-04-2026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425395-6D31-4434-A469-DE29B855650C}" type="slidenum">
              <a:rPr lang="en-IN" smtClean="0"/>
              <a:pPr/>
              <a:t>‹#›</a:t>
            </a:fld>
            <a:endParaRPr lang="en-IN"/>
          </a:p>
        </p:txBody>
      </p:sp>
    </p:spTree>
    <p:extLst>
      <p:ext uri="{BB962C8B-B14F-4D97-AF65-F5344CB8AC3E}">
        <p14:creationId xmlns:p14="http://schemas.microsoft.com/office/powerpoint/2010/main" val="865270811"/>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17" name="PlaceHolder 1"/>
          <p:cNvSpPr>
            <a:spLocks noGrp="1"/>
          </p:cNvSpPr>
          <p:nvPr>
            <p:ph type="title"/>
          </p:nvPr>
        </p:nvSpPr>
        <p:spPr>
          <a:xfrm>
            <a:off x="1341000" y="438840"/>
            <a:ext cx="9509400" cy="108792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entury Gothic"/>
            </a:endParaRPr>
          </a:p>
        </p:txBody>
      </p:sp>
      <p:sp>
        <p:nvSpPr>
          <p:cNvPr id="18" name="PlaceHolder 2"/>
          <p:cNvSpPr>
            <a:spLocks noGrp="1"/>
          </p:cNvSpPr>
          <p:nvPr>
            <p:ph type="subTitle"/>
          </p:nvPr>
        </p:nvSpPr>
        <p:spPr>
          <a:xfrm>
            <a:off x="1341000" y="1673280"/>
            <a:ext cx="9509400" cy="43430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Tree>
    <p:extLst>
      <p:ext uri="{BB962C8B-B14F-4D97-AF65-F5344CB8AC3E}">
        <p14:creationId xmlns:p14="http://schemas.microsoft.com/office/powerpoint/2010/main" val="1613533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indent="0">
              <a:buNone/>
            </a:pPr>
            <a:endParaRPr lang="en-US" sz="1400" b="0" strike="noStrike" spc="-1">
              <a:solidFill>
                <a:srgbClr val="000000"/>
              </a:solidFill>
              <a:latin typeface="Times New Roman"/>
            </a:endParaRP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indent="0">
              <a:lnSpc>
                <a:spcPct val="100000"/>
              </a:lnSpc>
              <a:buNone/>
            </a:pPr>
            <a:r>
              <a:rPr lang="en-IN" sz="1100" b="0" strike="noStrike" cap="all" spc="-1">
                <a:solidFill>
                  <a:srgbClr val="000000"/>
                </a:solidFill>
                <a:latin typeface="Century Gothic"/>
              </a:rPr>
              <a:t>REG. NO. UP19P9611047      </a:t>
            </a:r>
            <a:endParaRPr lang="en-US" sz="1100" b="0" strike="noStrike" spc="-1">
              <a:solidFill>
                <a:srgbClr val="000000"/>
              </a:solidFill>
              <a:latin typeface="Times New Roman"/>
            </a:endParaRP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indent="0" algn="r">
              <a:lnSpc>
                <a:spcPct val="100000"/>
              </a:lnSpc>
              <a:buNone/>
            </a:pPr>
            <a:fld id="{D8D04070-36B9-4693-9160-178E88779235}" type="slidenum">
              <a:rPr lang="en-IN" sz="1100" b="0" strike="noStrike" spc="-1" smtClean="0">
                <a:solidFill>
                  <a:srgbClr val="000000"/>
                </a:solidFill>
                <a:latin typeface="Century Gothic"/>
              </a:rPr>
              <a:pPr indent="0" algn="r">
                <a:lnSpc>
                  <a:spcPct val="100000"/>
                </a:lnSpc>
                <a:buNone/>
              </a:pPr>
              <a:t>‹#›</a:t>
            </a:fld>
            <a:endParaRPr lang="en-US" sz="1100" b="0" strike="noStrike" spc="-1">
              <a:solidFill>
                <a:srgbClr val="000000"/>
              </a:solidFill>
              <a:latin typeface="Times New Roman"/>
            </a:endParaRPr>
          </a:p>
        </p:txBody>
      </p:sp>
    </p:spTree>
    <p:extLst>
      <p:ext uri="{BB962C8B-B14F-4D97-AF65-F5344CB8AC3E}">
        <p14:creationId xmlns:p14="http://schemas.microsoft.com/office/powerpoint/2010/main" val="758698442"/>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Lst>
  <p:hf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google.com/search?q=https://docs.opencv.org/&amp;authuser=3" TargetMode="External"/><Relationship Id="rId2" Type="http://schemas.openxmlformats.org/officeDocument/2006/relationships/hyperlink" Target="https://www.google.com/search?q=https://google.github.io/mediapipe/solutions/hands.html&amp;authuser=3" TargetMode="External"/><Relationship Id="rId1" Type="http://schemas.openxmlformats.org/officeDocument/2006/relationships/slideLayout" Target="../slideLayouts/slideLayout2.xml"/><Relationship Id="rId4" Type="http://schemas.openxmlformats.org/officeDocument/2006/relationships/hyperlink" Target="https://github.com/asweigart/pyautogui"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TextBox 6"/>
          <p:cNvSpPr/>
          <p:nvPr/>
        </p:nvSpPr>
        <p:spPr>
          <a:xfrm>
            <a:off x="5186880" y="6219720"/>
            <a:ext cx="221292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1" strike="noStrike" spc="-1" dirty="0">
                <a:solidFill>
                  <a:srgbClr val="000000"/>
                </a:solidFill>
                <a:latin typeface="Century Gothic"/>
              </a:rPr>
              <a:t>  </a:t>
            </a:r>
            <a:endParaRPr lang="en-US" sz="1800" b="0" strike="noStrike" spc="-1" dirty="0">
              <a:solidFill>
                <a:srgbClr val="000000"/>
              </a:solidFill>
              <a:latin typeface="Arial"/>
            </a:endParaRPr>
          </a:p>
        </p:txBody>
      </p:sp>
      <p:sp>
        <p:nvSpPr>
          <p:cNvPr id="97" name="PlaceHolder 1"/>
          <p:cNvSpPr>
            <a:spLocks noGrp="1"/>
          </p:cNvSpPr>
          <p:nvPr>
            <p:ph type="title"/>
          </p:nvPr>
        </p:nvSpPr>
        <p:spPr>
          <a:xfrm>
            <a:off x="1127448" y="2672043"/>
            <a:ext cx="8596668" cy="1513914"/>
          </a:xfrm>
          <a:prstGeom prst="rect">
            <a:avLst/>
          </a:prstGeom>
          <a:noFill/>
          <a:ln w="0">
            <a:solidFill>
              <a:schemeClr val="accent1"/>
            </a:solidFill>
          </a:ln>
        </p:spPr>
        <p:txBody>
          <a:bodyPr anchor="b">
            <a:noAutofit/>
          </a:bodyPr>
          <a:lstStyle/>
          <a:p>
            <a:pPr algn="ctr">
              <a:lnSpc>
                <a:spcPct val="90000"/>
              </a:lnSpc>
              <a:tabLst>
                <a:tab pos="0" algn="l"/>
              </a:tabLst>
            </a:pPr>
            <a:r>
              <a:rPr lang="en-US" spc="-1" dirty="0">
                <a:solidFill>
                  <a:srgbClr val="000000"/>
                </a:solidFill>
                <a:latin typeface="Times New Roman" panose="02020603050405020304" pitchFamily="18" charset="0"/>
                <a:cs typeface="Times New Roman" panose="02020603050405020304" pitchFamily="18" charset="0"/>
              </a:rPr>
              <a:t> </a:t>
            </a:r>
            <a:r>
              <a:rPr lang="en-US" spc="-1" dirty="0">
                <a:solidFill>
                  <a:schemeClr val="accent2"/>
                </a:solidFill>
                <a:latin typeface="Times New Roman" panose="02020603050405020304" pitchFamily="18" charset="0"/>
                <a:cs typeface="Times New Roman" panose="02020603050405020304" pitchFamily="18" charset="0"/>
              </a:rPr>
              <a:t>VISION-BASED GESTURE CONTROL SYSTEM</a:t>
            </a:r>
            <a:endParaRPr lang="en-US" b="0" strike="noStrike" spc="-1" dirty="0">
              <a:solidFill>
                <a:schemeClr val="accent2"/>
              </a:solidFill>
              <a:latin typeface="Times New Roman" panose="02020603050405020304" pitchFamily="18" charset="0"/>
              <a:cs typeface="Times New Roman" panose="02020603050405020304" pitchFamily="18" charset="0"/>
            </a:endParaRPr>
          </a:p>
        </p:txBody>
      </p:sp>
      <p:sp>
        <p:nvSpPr>
          <p:cNvPr id="6" name="Text Placeholder 5"/>
          <p:cNvSpPr>
            <a:spLocks noGrp="1"/>
          </p:cNvSpPr>
          <p:nvPr>
            <p:ph type="body" idx="1"/>
          </p:nvPr>
        </p:nvSpPr>
        <p:spPr>
          <a:xfrm>
            <a:off x="335360" y="4651390"/>
            <a:ext cx="11089232" cy="1513914"/>
          </a:xfrm>
        </p:spPr>
        <p:txBody>
          <a:bodyPr>
            <a:normAutofit fontScale="92500"/>
          </a:bodyPr>
          <a:lstStyle/>
          <a:p>
            <a:r>
              <a:rPr lang="en-US" b="1" spc="-1" dirty="0">
                <a:solidFill>
                  <a:schemeClr val="tx1"/>
                </a:solidFill>
                <a:latin typeface="Times New Roman"/>
              </a:rPr>
              <a:t>Presented</a:t>
            </a:r>
            <a:r>
              <a:rPr lang="en-US" b="1" spc="-1" dirty="0">
                <a:solidFill>
                  <a:srgbClr val="C00000"/>
                </a:solidFill>
                <a:latin typeface="Times New Roman"/>
              </a:rPr>
              <a:t> </a:t>
            </a:r>
            <a:r>
              <a:rPr lang="en-US" b="1" spc="-1" dirty="0">
                <a:solidFill>
                  <a:schemeClr val="tx1"/>
                </a:solidFill>
                <a:latin typeface="Times New Roman"/>
              </a:rPr>
              <a:t>by:                                         Guide name:             Coordinator name:                Head Of Department(CSM):</a:t>
            </a:r>
          </a:p>
          <a:p>
            <a:r>
              <a:rPr lang="en-US" b="1" spc="-1" dirty="0">
                <a:solidFill>
                  <a:schemeClr val="tx1"/>
                </a:solidFill>
                <a:latin typeface="Times New Roman"/>
              </a:rPr>
              <a:t>24AG1A66D2(A. Praveen Kumar)      Mr. S. Venkatesh       Dr. Ch. Kishore Kumar       Dr. S. Kavitha</a:t>
            </a:r>
          </a:p>
          <a:p>
            <a:r>
              <a:rPr lang="en-US" b="1" spc="-1" dirty="0">
                <a:solidFill>
                  <a:schemeClr val="tx1"/>
                </a:solidFill>
                <a:latin typeface="Times New Roman"/>
              </a:rPr>
              <a:t>24AG1A66E8(D. Tharun)</a:t>
            </a:r>
          </a:p>
          <a:p>
            <a:r>
              <a:rPr lang="en-US" b="1" dirty="0">
                <a:solidFill>
                  <a:schemeClr val="tx1"/>
                </a:solidFill>
              </a:rPr>
              <a:t>24AG1A66G9(MD. Hussain</a:t>
            </a:r>
            <a:r>
              <a:rPr lang="en-US" dirty="0">
                <a:solidFill>
                  <a:schemeClr val="tx1"/>
                </a:solidFill>
              </a:rPr>
              <a:t>)</a:t>
            </a:r>
          </a:p>
        </p:txBody>
      </p:sp>
      <p:pic>
        <p:nvPicPr>
          <p:cNvPr id="1030" name="Picture 6" descr="ACE Engineering College (Autonomous), Hyderabad | EAMCET Code: ACEG">
            <a:extLst>
              <a:ext uri="{FF2B5EF4-FFF2-40B4-BE49-F238E27FC236}">
                <a16:creationId xmlns:a16="http://schemas.microsoft.com/office/drawing/2014/main" id="{145AFC20-0DE6-73A3-080B-5873C4B7D4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01346" y="241363"/>
            <a:ext cx="7848872" cy="23762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FC7DF-E0B5-8508-3F90-8C6DE09C3B3B}"/>
              </a:ext>
            </a:extLst>
          </p:cNvPr>
          <p:cNvSpPr>
            <a:spLocks noGrp="1"/>
          </p:cNvSpPr>
          <p:nvPr>
            <p:ph type="title"/>
          </p:nvPr>
        </p:nvSpPr>
        <p:spPr/>
        <p:txBody>
          <a:bodyPr/>
          <a:lstStyle/>
          <a:p>
            <a:r>
              <a:rPr lang="en-IN" b="1" i="1" dirty="0"/>
              <a:t>                         Abstract</a:t>
            </a:r>
          </a:p>
        </p:txBody>
      </p:sp>
      <p:sp>
        <p:nvSpPr>
          <p:cNvPr id="6" name="Content Placeholder 5"/>
          <p:cNvSpPr>
            <a:spLocks noGrp="1"/>
          </p:cNvSpPr>
          <p:nvPr>
            <p:ph idx="1"/>
          </p:nvPr>
        </p:nvSpPr>
        <p:spPr>
          <a:xfrm>
            <a:off x="479376" y="1556792"/>
            <a:ext cx="9361040" cy="5040560"/>
          </a:xfrm>
        </p:spPr>
        <p:txBody>
          <a:bodyPr>
            <a:noAutofit/>
          </a:bodyPr>
          <a:lstStyle/>
          <a:p>
            <a:r>
              <a:rPr lang="en-IN" sz="2000" dirty="0"/>
              <a:t> we are always looking for smarter and easier ways to interact with computers. The Handle Cursor Controller is a system that allows users to control the computer cursor using simple hand gestures instead of a traditional mouse. By using a webcam and computer vision technology, the system detects hand movements and converts them into actions like moving the cursor, clicking, and scrolling. This project focuses on creating a touch-free, innovative, and user-friendly solution that makes computer interaction more natural and modern.</a:t>
            </a:r>
          </a:p>
          <a:p>
            <a:r>
              <a:rPr lang="en-IN" sz="2000" dirty="0"/>
              <a:t>This project proposes a </a:t>
            </a:r>
            <a:r>
              <a:rPr lang="en-IN" sz="2000" b="1" dirty="0"/>
              <a:t>Vision-Based Cursor Control System</a:t>
            </a:r>
            <a:r>
              <a:rPr lang="en-IN" sz="2000" dirty="0"/>
              <a:t> that allows users to interact with a computer using hand gestures instead of a physical mouse. By leveraging a standard webcam and the </a:t>
            </a:r>
            <a:r>
              <a:rPr lang="en-IN" sz="2000" b="1" dirty="0" err="1"/>
              <a:t>MediaPipe</a:t>
            </a:r>
            <a:r>
              <a:rPr lang="en-IN" sz="2000" dirty="0"/>
              <a:t> framework, the system tracks the user's hand landmarks in real-time.</a:t>
            </a:r>
            <a:endParaRPr lang="en-US" sz="2000" dirty="0"/>
          </a:p>
        </p:txBody>
      </p:sp>
    </p:spTree>
    <p:extLst>
      <p:ext uri="{BB962C8B-B14F-4D97-AF65-F5344CB8AC3E}">
        <p14:creationId xmlns:p14="http://schemas.microsoft.com/office/powerpoint/2010/main" val="237050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p:nvPr>
        </p:nvSpPr>
        <p:spPr>
          <a:xfrm>
            <a:off x="407368" y="1700808"/>
            <a:ext cx="10369152" cy="4320480"/>
          </a:xfrm>
        </p:spPr>
        <p:txBody>
          <a:bodyPr/>
          <a:lstStyle/>
          <a:p>
            <a:pPr>
              <a:buFont typeface="Wingdings" pitchFamily="2" charset="2"/>
              <a:buChar char="Ø"/>
            </a:pPr>
            <a:r>
              <a:rPr lang="en-IN" sz="2400" dirty="0">
                <a:solidFill>
                  <a:schemeClr val="tx2"/>
                </a:solidFill>
              </a:rPr>
              <a:t>The Handle Cursor Controller is a gesture recognition system that uses a webcam to capture live video. The system detects the user’s hand and tracks finger movement. Based on different gestures, the system performs actions such as:*Moving the cursor, Drag and drop </a:t>
            </a:r>
          </a:p>
          <a:p>
            <a:r>
              <a:rPr lang="en-IN" sz="2400" dirty="0">
                <a:solidFill>
                  <a:schemeClr val="tx2"/>
                </a:solidFill>
              </a:rPr>
              <a:t>Scroll It works using computer vision, image processing, and machine learning techniques. The goal is to make interaction with computers more natural and easy</a:t>
            </a:r>
            <a:r>
              <a:rPr lang="en-IN" sz="2400" dirty="0"/>
              <a:t>.</a:t>
            </a:r>
          </a:p>
          <a:p>
            <a:pPr>
              <a:buFont typeface="Wingdings" pitchFamily="2" charset="2"/>
              <a:buChar char="Ø"/>
            </a:pPr>
            <a:r>
              <a:rPr lang="en-US" sz="2400" dirty="0">
                <a:solidFill>
                  <a:schemeClr val="tx2"/>
                </a:solidFill>
              </a:rPr>
              <a:t>  The evolution of HCI is moving toward more natural, "touchless"              Interfaces. This project utilizes Python, </a:t>
            </a:r>
            <a:r>
              <a:rPr lang="en-US" sz="2400" b="1" dirty="0" err="1">
                <a:solidFill>
                  <a:schemeClr val="tx2"/>
                </a:solidFill>
              </a:rPr>
              <a:t>OpenCV</a:t>
            </a:r>
            <a:r>
              <a:rPr lang="en-US" sz="2400" dirty="0">
                <a:solidFill>
                  <a:schemeClr val="tx2"/>
                </a:solidFill>
              </a:rPr>
              <a:t> (for video processing), and </a:t>
            </a:r>
            <a:r>
              <a:rPr lang="en-US" sz="2400" b="1" dirty="0" err="1">
                <a:solidFill>
                  <a:schemeClr val="tx2"/>
                </a:solidFill>
              </a:rPr>
              <a:t>MediaPipe</a:t>
            </a:r>
            <a:r>
              <a:rPr lang="en-US" sz="2400" dirty="0">
                <a:solidFill>
                  <a:schemeClr val="tx2"/>
                </a:solidFill>
              </a:rPr>
              <a:t> (for high-fidelity hand tracking) to map hand coordinates to screen coordinates.</a:t>
            </a:r>
          </a:p>
          <a:p>
            <a:endParaRPr lang="en-US" sz="2400" dirty="0"/>
          </a:p>
        </p:txBody>
      </p:sp>
      <p:sp>
        <p:nvSpPr>
          <p:cNvPr id="2" name="Title 1"/>
          <p:cNvSpPr>
            <a:spLocks noGrp="1"/>
          </p:cNvSpPr>
          <p:nvPr>
            <p:ph type="title"/>
          </p:nvPr>
        </p:nvSpPr>
        <p:spPr>
          <a:xfrm>
            <a:off x="191344" y="0"/>
            <a:ext cx="9509400" cy="1008112"/>
          </a:xfrm>
        </p:spPr>
        <p:txBody>
          <a:bodyPr/>
          <a:lstStyle/>
          <a:p>
            <a:r>
              <a:rPr lang="en-US" sz="4400" b="1" i="1" dirty="0"/>
              <a:t>                     Introduction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FF60F-9D6B-FDBC-F59A-22097AE0E86F}"/>
              </a:ext>
            </a:extLst>
          </p:cNvPr>
          <p:cNvSpPr>
            <a:spLocks noGrp="1"/>
          </p:cNvSpPr>
          <p:nvPr>
            <p:ph type="title"/>
          </p:nvPr>
        </p:nvSpPr>
        <p:spPr/>
        <p:txBody>
          <a:bodyPr/>
          <a:lstStyle/>
          <a:p>
            <a:r>
              <a:rPr lang="en-US" b="1" i="1" dirty="0"/>
              <a:t>                 Literature Survey</a:t>
            </a:r>
            <a:endParaRPr lang="en-IN" b="1" i="1" dirty="0"/>
          </a:p>
        </p:txBody>
      </p:sp>
      <p:sp>
        <p:nvSpPr>
          <p:cNvPr id="3" name="Subtitle 2">
            <a:extLst>
              <a:ext uri="{FF2B5EF4-FFF2-40B4-BE49-F238E27FC236}">
                <a16:creationId xmlns:a16="http://schemas.microsoft.com/office/drawing/2014/main" id="{C289D5F3-F5E9-1E14-4D14-91436F41FD02}"/>
              </a:ext>
            </a:extLst>
          </p:cNvPr>
          <p:cNvSpPr>
            <a:spLocks noGrp="1"/>
          </p:cNvSpPr>
          <p:nvPr>
            <p:ph type="subTitle"/>
          </p:nvPr>
        </p:nvSpPr>
        <p:spPr>
          <a:xfrm>
            <a:off x="551384" y="1556792"/>
            <a:ext cx="11017224" cy="4968552"/>
          </a:xfrm>
        </p:spPr>
        <p:txBody>
          <a:bodyPr/>
          <a:lstStyle/>
          <a:p>
            <a:r>
              <a:rPr lang="en-US" sz="2400" b="1" dirty="0"/>
              <a:t>Foundational Frameworks &amp; Core Logic</a:t>
            </a:r>
          </a:p>
          <a:p>
            <a:r>
              <a:rPr lang="en-US" sz="2400" b="1" dirty="0"/>
              <a:t>Goal:</a:t>
            </a:r>
            <a:r>
              <a:rPr lang="en-US" sz="2400" dirty="0"/>
              <a:t> </a:t>
            </a:r>
            <a:r>
              <a:rPr lang="en-US" sz="2000" dirty="0">
                <a:solidFill>
                  <a:schemeClr val="tx1"/>
                </a:solidFill>
              </a:rPr>
              <a:t>Identifying the technical pillars and architectural origins of gesture control</a:t>
            </a:r>
            <a:r>
              <a:rPr lang="en-US" sz="1600" dirty="0">
                <a:solidFill>
                  <a:schemeClr val="tx1"/>
                </a:solidFill>
              </a:rPr>
              <a:t>.</a:t>
            </a:r>
            <a:br>
              <a:rPr lang="en-US" sz="1600" dirty="0">
                <a:solidFill>
                  <a:schemeClr val="tx1"/>
                </a:solidFill>
              </a:rPr>
            </a:br>
            <a:endParaRPr lang="en-US" sz="1600" dirty="0">
              <a:solidFill>
                <a:schemeClr val="tx1"/>
              </a:solidFill>
            </a:endParaRPr>
          </a:p>
          <a:p>
            <a:r>
              <a:rPr lang="en-US" sz="2400" b="1" dirty="0"/>
              <a:t>Google Research (2020) – </a:t>
            </a:r>
            <a:r>
              <a:rPr lang="en-US" sz="2400" b="1" dirty="0" err="1"/>
              <a:t>MediaPipe</a:t>
            </a:r>
            <a:r>
              <a:rPr lang="en-US" sz="2400" b="1" dirty="0"/>
              <a:t> Hands:</a:t>
            </a:r>
            <a:endParaRPr lang="en-US" sz="2400" dirty="0"/>
          </a:p>
          <a:p>
            <a:pPr lvl="1"/>
            <a:r>
              <a:rPr lang="en-US" sz="2000" dirty="0"/>
              <a:t>Introduced the core two-stage pipeline: </a:t>
            </a:r>
            <a:r>
              <a:rPr lang="en-US" sz="2000" b="1" dirty="0"/>
              <a:t>Palm Detector</a:t>
            </a:r>
            <a:r>
              <a:rPr lang="en-US" sz="2000" dirty="0"/>
              <a:t> and </a:t>
            </a:r>
            <a:r>
              <a:rPr lang="en-US" sz="2000" b="1" dirty="0"/>
              <a:t>Landmark Model</a:t>
            </a:r>
            <a:r>
              <a:rPr lang="en-US" sz="2000" dirty="0"/>
              <a:t>.</a:t>
            </a:r>
          </a:p>
          <a:p>
            <a:pPr lvl="1"/>
            <a:r>
              <a:rPr lang="en-US" sz="2000" dirty="0"/>
              <a:t>Extracts </a:t>
            </a:r>
            <a:r>
              <a:rPr lang="en-US" sz="2000" b="1" dirty="0"/>
              <a:t>21 3D landmarks</a:t>
            </a:r>
            <a:r>
              <a:rPr lang="en-US" sz="2000" dirty="0"/>
              <a:t> from a single RGB camera frame.</a:t>
            </a:r>
          </a:p>
          <a:p>
            <a:pPr lvl="1"/>
            <a:r>
              <a:rPr lang="en-US" sz="2000" dirty="0"/>
              <a:t>Provides the high-fidelity data necessary for finger-curl analysis and wrist-relative mapping.</a:t>
            </a:r>
            <a:br>
              <a:rPr lang="en-US" sz="2000" dirty="0"/>
            </a:br>
            <a:endParaRPr lang="en-US" sz="2000" dirty="0"/>
          </a:p>
          <a:p>
            <a:r>
              <a:rPr lang="en-US" sz="2400" b="1" dirty="0"/>
              <a:t>Kotti et al. (2024) – AI Virtual Mouse &amp; Keyboard:</a:t>
            </a:r>
            <a:endParaRPr lang="en-US" sz="2400" dirty="0"/>
          </a:p>
          <a:p>
            <a:pPr lvl="1"/>
            <a:r>
              <a:rPr lang="en-US" sz="2000" dirty="0"/>
              <a:t>Explored the elimination of physical hardware using OpenCV and </a:t>
            </a:r>
            <a:r>
              <a:rPr lang="en-US" sz="2000" dirty="0" err="1"/>
              <a:t>MediaPipe</a:t>
            </a:r>
            <a:r>
              <a:rPr lang="en-US" sz="2000" dirty="0"/>
              <a:t>.</a:t>
            </a:r>
          </a:p>
          <a:p>
            <a:pPr lvl="1"/>
            <a:r>
              <a:rPr lang="en-US" sz="2000" dirty="0"/>
              <a:t>Focused on </a:t>
            </a:r>
            <a:r>
              <a:rPr lang="en-US" sz="2000" b="1" dirty="0"/>
              <a:t>touchless interaction efficiency</a:t>
            </a:r>
            <a:r>
              <a:rPr lang="en-US" sz="2000" dirty="0"/>
              <a:t>, particularly for public/educational settings.</a:t>
            </a:r>
          </a:p>
          <a:p>
            <a:pPr lvl="1"/>
            <a:r>
              <a:rPr lang="en-US" sz="2000" dirty="0"/>
              <a:t>Emphasized advanced Python integration to reduce human intervention.</a:t>
            </a:r>
          </a:p>
          <a:p>
            <a:endParaRPr lang="en-IN" sz="1600" dirty="0"/>
          </a:p>
        </p:txBody>
      </p:sp>
    </p:spTree>
    <p:extLst>
      <p:ext uri="{BB962C8B-B14F-4D97-AF65-F5344CB8AC3E}">
        <p14:creationId xmlns:p14="http://schemas.microsoft.com/office/powerpoint/2010/main" val="492308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0B4925B-01BA-7671-B8A1-D9FE30F0C49B}"/>
              </a:ext>
            </a:extLst>
          </p:cNvPr>
          <p:cNvSpPr>
            <a:spLocks noGrp="1"/>
          </p:cNvSpPr>
          <p:nvPr>
            <p:ph type="subTitle"/>
          </p:nvPr>
        </p:nvSpPr>
        <p:spPr>
          <a:xfrm>
            <a:off x="263352" y="0"/>
            <a:ext cx="10585176" cy="6858000"/>
          </a:xfrm>
        </p:spPr>
        <p:txBody>
          <a:bodyPr/>
          <a:lstStyle/>
          <a:p>
            <a:r>
              <a:rPr lang="en-US" sz="2400" b="1" dirty="0"/>
              <a:t>Enhancing Stability &amp; Multimodal Interaction Goal:</a:t>
            </a:r>
            <a:r>
              <a:rPr lang="en-US" sz="2400" dirty="0"/>
              <a:t> </a:t>
            </a:r>
            <a:r>
              <a:rPr lang="en-US" sz="2000" dirty="0">
                <a:solidFill>
                  <a:schemeClr val="tx1"/>
                </a:solidFill>
              </a:rPr>
              <a:t>Solving technical bottlenecks like jitter, background noise, and user cognitive load.</a:t>
            </a:r>
            <a:br>
              <a:rPr lang="en-US" sz="2000" dirty="0">
                <a:solidFill>
                  <a:schemeClr val="tx1"/>
                </a:solidFill>
              </a:rPr>
            </a:br>
            <a:endParaRPr lang="en-US" sz="2000" dirty="0">
              <a:solidFill>
                <a:schemeClr val="tx1"/>
              </a:solidFill>
            </a:endParaRPr>
          </a:p>
          <a:p>
            <a:r>
              <a:rPr lang="en-US" sz="2400" b="1" dirty="0"/>
              <a:t>Sandhya et al. (2023) – Addressing Environmental Noise:</a:t>
            </a:r>
            <a:endParaRPr lang="en-US" sz="2400" dirty="0"/>
          </a:p>
          <a:p>
            <a:pPr lvl="1"/>
            <a:r>
              <a:rPr lang="en-US" sz="2000" dirty="0"/>
              <a:t>Identified lighting and background noise as primary failure points for responsiveness.</a:t>
            </a:r>
          </a:p>
          <a:p>
            <a:pPr lvl="1"/>
            <a:r>
              <a:rPr lang="en-US" sz="2000" b="1" dirty="0"/>
              <a:t>Project v4.0 Improvement:</a:t>
            </a:r>
            <a:r>
              <a:rPr lang="en-US" sz="2000" dirty="0"/>
              <a:t> Adopts their focus on </a:t>
            </a:r>
            <a:r>
              <a:rPr lang="en-US" sz="2000" b="1" dirty="0"/>
              <a:t>EMA Smoothing</a:t>
            </a:r>
            <a:r>
              <a:rPr lang="en-US" sz="2000" dirty="0"/>
              <a:t> and </a:t>
            </a:r>
            <a:r>
              <a:rPr lang="en-US" sz="2000" b="1" dirty="0"/>
              <a:t>Gesture History Buffers</a:t>
            </a:r>
            <a:r>
              <a:rPr lang="en-US" sz="2000" dirty="0"/>
              <a:t> to eliminate cursor "flicker.“</a:t>
            </a:r>
            <a:br>
              <a:rPr lang="en-US" sz="2000" dirty="0"/>
            </a:br>
            <a:endParaRPr lang="en-US" sz="2000" dirty="0"/>
          </a:p>
          <a:p>
            <a:r>
              <a:rPr lang="en-US" sz="2400" b="1" dirty="0" err="1"/>
              <a:t>Divate</a:t>
            </a:r>
            <a:r>
              <a:rPr lang="en-US" sz="2400" b="1" dirty="0"/>
              <a:t> et al. (2024) – Robustness Against Backgrounds:</a:t>
            </a:r>
            <a:endParaRPr lang="en-US" sz="2400" dirty="0"/>
          </a:p>
          <a:p>
            <a:pPr lvl="1"/>
            <a:r>
              <a:rPr lang="en-US" sz="2000" dirty="0"/>
              <a:t>Researched stabilization techniques for "noisy" or non-standard backgrounds.</a:t>
            </a:r>
          </a:p>
          <a:p>
            <a:pPr lvl="1"/>
            <a:r>
              <a:rPr lang="en-US" sz="2000" dirty="0"/>
              <a:t>Utilizes </a:t>
            </a:r>
            <a:r>
              <a:rPr lang="en-US" sz="2000" b="1" dirty="0"/>
              <a:t>confidence buffering</a:t>
            </a:r>
            <a:r>
              <a:rPr lang="en-US" sz="2000" dirty="0"/>
              <a:t> to ensure accuracy during high-speed movements</a:t>
            </a:r>
            <a:r>
              <a:rPr lang="en-US" sz="1600" dirty="0"/>
              <a:t>.</a:t>
            </a:r>
            <a:br>
              <a:rPr lang="en-US" sz="1600" dirty="0"/>
            </a:br>
            <a:endParaRPr lang="en-US" sz="1600" dirty="0"/>
          </a:p>
          <a:p>
            <a:r>
              <a:rPr lang="en-US" sz="2400" b="1" dirty="0"/>
              <a:t>Osman (2024) – Multimodal &amp; Human-Centric Design:</a:t>
            </a:r>
            <a:endParaRPr lang="en-US" sz="2400" dirty="0"/>
          </a:p>
          <a:p>
            <a:pPr lvl="1"/>
            <a:r>
              <a:rPr lang="en-US" sz="2000" dirty="0"/>
              <a:t>Introduced combining </a:t>
            </a:r>
            <a:r>
              <a:rPr lang="en-US" sz="2000" b="1" dirty="0"/>
              <a:t>hand gestures with voice assistants</a:t>
            </a:r>
            <a:r>
              <a:rPr lang="en-US" sz="2000" dirty="0"/>
              <a:t> for total hands-free control.</a:t>
            </a:r>
          </a:p>
          <a:p>
            <a:pPr lvl="1"/>
            <a:r>
              <a:rPr lang="en-US" sz="2000" dirty="0"/>
              <a:t>Highlighted the need for </a:t>
            </a:r>
            <a:r>
              <a:rPr lang="en-US" sz="2000" b="1" dirty="0"/>
              <a:t>personalized gesture patterns</a:t>
            </a:r>
            <a:r>
              <a:rPr lang="en-US" sz="2000" dirty="0"/>
              <a:t> to minimize the user's learning curve and cognitive load.</a:t>
            </a:r>
          </a:p>
          <a:p>
            <a:endParaRPr lang="en-IN" sz="1600" dirty="0"/>
          </a:p>
        </p:txBody>
      </p:sp>
    </p:spTree>
    <p:extLst>
      <p:ext uri="{BB962C8B-B14F-4D97-AF65-F5344CB8AC3E}">
        <p14:creationId xmlns:p14="http://schemas.microsoft.com/office/powerpoint/2010/main" val="2332877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p:nvPr>
        </p:nvSpPr>
        <p:spPr>
          <a:xfrm>
            <a:off x="1199456" y="2636912"/>
            <a:ext cx="9509400" cy="1087920"/>
          </a:xfrm>
        </p:spPr>
        <p:txBody>
          <a:bodyPr/>
          <a:lstStyle/>
          <a:p>
            <a:pPr>
              <a:buFont typeface="Wingdings" pitchFamily="2" charset="2"/>
              <a:buChar char="Ø"/>
            </a:pPr>
            <a:r>
              <a:rPr lang="en-IN" sz="2400" dirty="0">
                <a:solidFill>
                  <a:schemeClr val="tx1"/>
                </a:solidFill>
              </a:rPr>
              <a:t>Traditional mouse devices have some limitations:</a:t>
            </a:r>
          </a:p>
          <a:p>
            <a:pPr>
              <a:buFont typeface="Wingdings" pitchFamily="2" charset="2"/>
              <a:buChar char="Ø"/>
            </a:pPr>
            <a:r>
              <a:rPr lang="en-IN" sz="2400" dirty="0">
                <a:solidFill>
                  <a:schemeClr val="tx1"/>
                </a:solidFill>
              </a:rPr>
              <a:t> They require physical contact</a:t>
            </a:r>
          </a:p>
          <a:p>
            <a:pPr>
              <a:buFont typeface="Wingdings" pitchFamily="2" charset="2"/>
              <a:buChar char="Ø"/>
            </a:pPr>
            <a:r>
              <a:rPr lang="en-IN" sz="2400" dirty="0">
                <a:solidFill>
                  <a:schemeClr val="tx1"/>
                </a:solidFill>
              </a:rPr>
              <a:t> They may not be hygienic in shared environments</a:t>
            </a:r>
          </a:p>
          <a:p>
            <a:pPr>
              <a:buFont typeface="Wingdings" pitchFamily="2" charset="2"/>
              <a:buChar char="Ø"/>
            </a:pPr>
            <a:r>
              <a:rPr lang="en-IN" sz="2400" dirty="0">
                <a:solidFill>
                  <a:schemeClr val="tx1"/>
                </a:solidFill>
              </a:rPr>
              <a:t>They are not convenient for physically challenged people</a:t>
            </a:r>
          </a:p>
          <a:p>
            <a:pPr>
              <a:buFont typeface="Wingdings" pitchFamily="2" charset="2"/>
              <a:buChar char="Ø"/>
            </a:pPr>
            <a:r>
              <a:rPr lang="en-IN" sz="2400" dirty="0">
                <a:solidFill>
                  <a:schemeClr val="tx1"/>
                </a:solidFill>
              </a:rPr>
              <a:t> Hardware devices can get damaged*</a:t>
            </a:r>
          </a:p>
          <a:p>
            <a:pPr>
              <a:buFont typeface="Wingdings" pitchFamily="2" charset="2"/>
              <a:buChar char="Ø"/>
            </a:pPr>
            <a:r>
              <a:rPr lang="en-IN" sz="2400" dirty="0">
                <a:solidFill>
                  <a:schemeClr val="tx1"/>
                </a:solidFill>
              </a:rPr>
              <a:t>Limited innovation in interaction methods</a:t>
            </a:r>
          </a:p>
          <a:p>
            <a:pPr>
              <a:buFont typeface="Wingdings" pitchFamily="2" charset="2"/>
              <a:buChar char="Ø"/>
            </a:pPr>
            <a:r>
              <a:rPr lang="en-IN" sz="2400" dirty="0">
                <a:solidFill>
                  <a:schemeClr val="tx1"/>
                </a:solidFill>
              </a:rPr>
              <a:t>There is a need for a </a:t>
            </a:r>
            <a:r>
              <a:rPr lang="en-IN" sz="2400" dirty="0" err="1">
                <a:solidFill>
                  <a:schemeClr val="tx1"/>
                </a:solidFill>
              </a:rPr>
              <a:t>touchless</a:t>
            </a:r>
            <a:r>
              <a:rPr lang="en-IN" sz="2400" dirty="0">
                <a:solidFill>
                  <a:schemeClr val="tx1"/>
                </a:solidFill>
              </a:rPr>
              <a:t>, cost-effective, and innovative solution for cursor control</a:t>
            </a:r>
            <a:endParaRPr lang="en-US" sz="2400" dirty="0">
              <a:solidFill>
                <a:schemeClr val="tx1"/>
              </a:solidFill>
            </a:endParaRPr>
          </a:p>
        </p:txBody>
      </p:sp>
      <p:sp>
        <p:nvSpPr>
          <p:cNvPr id="2" name="Title 1"/>
          <p:cNvSpPr>
            <a:spLocks noGrp="1"/>
          </p:cNvSpPr>
          <p:nvPr>
            <p:ph type="title"/>
          </p:nvPr>
        </p:nvSpPr>
        <p:spPr/>
        <p:txBody>
          <a:bodyPr/>
          <a:lstStyle/>
          <a:p>
            <a:r>
              <a:rPr lang="en-US" b="1" i="1" dirty="0"/>
              <a:t>                  Problem Statement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EC3EA-11A1-93D8-65D0-09DA36DB952E}"/>
              </a:ext>
            </a:extLst>
          </p:cNvPr>
          <p:cNvSpPr>
            <a:spLocks noGrp="1"/>
          </p:cNvSpPr>
          <p:nvPr>
            <p:ph type="title"/>
          </p:nvPr>
        </p:nvSpPr>
        <p:spPr/>
        <p:txBody>
          <a:bodyPr/>
          <a:lstStyle/>
          <a:p>
            <a:r>
              <a:rPr lang="en-IN" b="1" i="1" dirty="0"/>
              <a:t>       HARDWARE REQUIREMENTS</a:t>
            </a:r>
            <a:br>
              <a:rPr lang="en-IN" b="1" i="1" dirty="0"/>
            </a:br>
            <a:endParaRPr lang="en-IN" b="1" i="1" dirty="0"/>
          </a:p>
        </p:txBody>
      </p:sp>
      <p:sp>
        <p:nvSpPr>
          <p:cNvPr id="3" name="Subtitle 2">
            <a:extLst>
              <a:ext uri="{FF2B5EF4-FFF2-40B4-BE49-F238E27FC236}">
                <a16:creationId xmlns:a16="http://schemas.microsoft.com/office/drawing/2014/main" id="{0AEC6B17-C697-C215-C779-F70BAE64918C}"/>
              </a:ext>
            </a:extLst>
          </p:cNvPr>
          <p:cNvSpPr>
            <a:spLocks noGrp="1"/>
          </p:cNvSpPr>
          <p:nvPr>
            <p:ph type="subTitle"/>
          </p:nvPr>
        </p:nvSpPr>
        <p:spPr>
          <a:xfrm>
            <a:off x="475032" y="3493208"/>
            <a:ext cx="9509400" cy="1087920"/>
          </a:xfrm>
        </p:spPr>
        <p:txBody>
          <a:bodyPr/>
          <a:lstStyle/>
          <a:p>
            <a:pPr lvl="0" fontAlgn="base"/>
            <a:r>
              <a:rPr lang="en-IN" sz="2400" b="1" dirty="0"/>
              <a:t>Processor</a:t>
            </a:r>
            <a:r>
              <a:rPr lang="en-IN" sz="2400" dirty="0"/>
              <a:t>: </a:t>
            </a:r>
            <a:r>
              <a:rPr lang="en-IN" sz="2400" dirty="0">
                <a:solidFill>
                  <a:schemeClr val="tx1"/>
                </a:solidFill>
              </a:rPr>
              <a:t>Intel Core i5 or above (Recommended for real-time Computer Vision processing).</a:t>
            </a:r>
            <a:br>
              <a:rPr lang="en-IN" sz="2400" dirty="0">
                <a:solidFill>
                  <a:schemeClr val="tx1"/>
                </a:solidFill>
              </a:rPr>
            </a:br>
            <a:endParaRPr lang="en-IN" sz="2400" dirty="0">
              <a:solidFill>
                <a:schemeClr val="tx1"/>
              </a:solidFill>
            </a:endParaRPr>
          </a:p>
          <a:p>
            <a:pPr lvl="0" fontAlgn="base"/>
            <a:r>
              <a:rPr lang="en-IN" sz="2400" b="1" dirty="0">
                <a:solidFill>
                  <a:srgbClr val="92D050"/>
                </a:solidFill>
              </a:rPr>
              <a:t>RAM</a:t>
            </a:r>
            <a:r>
              <a:rPr lang="en-IN" sz="2400" dirty="0">
                <a:solidFill>
                  <a:srgbClr val="92D050"/>
                </a:solidFill>
              </a:rPr>
              <a:t>: </a:t>
            </a:r>
            <a:r>
              <a:rPr lang="en-IN" sz="2400" dirty="0">
                <a:solidFill>
                  <a:schemeClr val="tx1"/>
                </a:solidFill>
              </a:rPr>
              <a:t>8 GB or higher to handle concurrent </a:t>
            </a:r>
            <a:r>
              <a:rPr lang="en-IN" sz="2400" dirty="0" err="1">
                <a:solidFill>
                  <a:schemeClr val="tx1"/>
                </a:solidFill>
              </a:rPr>
              <a:t>MediaPipe</a:t>
            </a:r>
            <a:r>
              <a:rPr lang="en-IN" sz="2400" dirty="0">
                <a:solidFill>
                  <a:schemeClr val="tx1"/>
                </a:solidFill>
              </a:rPr>
              <a:t> landmark detection and frame rendering.</a:t>
            </a:r>
            <a:br>
              <a:rPr lang="en-IN" sz="2400" dirty="0">
                <a:solidFill>
                  <a:schemeClr val="tx1"/>
                </a:solidFill>
              </a:rPr>
            </a:br>
            <a:endParaRPr lang="en-IN" sz="2400" dirty="0">
              <a:solidFill>
                <a:schemeClr val="tx1"/>
              </a:solidFill>
            </a:endParaRPr>
          </a:p>
          <a:p>
            <a:pPr lvl="0" fontAlgn="base"/>
            <a:r>
              <a:rPr lang="en-IN" sz="2400" b="1" dirty="0">
                <a:solidFill>
                  <a:srgbClr val="92D050"/>
                </a:solidFill>
              </a:rPr>
              <a:t>Storage</a:t>
            </a:r>
            <a:r>
              <a:rPr lang="en-IN" sz="2400" dirty="0">
                <a:solidFill>
                  <a:srgbClr val="92D050"/>
                </a:solidFill>
              </a:rPr>
              <a:t>: </a:t>
            </a:r>
            <a:r>
              <a:rPr lang="en-IN" sz="2400" dirty="0">
                <a:solidFill>
                  <a:schemeClr val="tx1"/>
                </a:solidFill>
              </a:rPr>
              <a:t>256 GB SSD or higher for efficient library management and data logs.</a:t>
            </a:r>
            <a:br>
              <a:rPr lang="en-IN" sz="2400" dirty="0">
                <a:solidFill>
                  <a:schemeClr val="tx1"/>
                </a:solidFill>
              </a:rPr>
            </a:br>
            <a:endParaRPr lang="en-IN" sz="2400" dirty="0">
              <a:solidFill>
                <a:schemeClr val="tx1"/>
              </a:solidFill>
            </a:endParaRPr>
          </a:p>
          <a:p>
            <a:pPr lvl="0" fontAlgn="base"/>
            <a:r>
              <a:rPr lang="en-IN" sz="2400" b="1" dirty="0">
                <a:solidFill>
                  <a:srgbClr val="92D050"/>
                </a:solidFill>
              </a:rPr>
              <a:t>Camera</a:t>
            </a:r>
            <a:r>
              <a:rPr lang="en-IN" sz="2400" dirty="0">
                <a:solidFill>
                  <a:srgbClr val="92D050"/>
                </a:solidFill>
              </a:rPr>
              <a:t>: </a:t>
            </a:r>
            <a:r>
              <a:rPr lang="en-IN" sz="2400" dirty="0">
                <a:solidFill>
                  <a:schemeClr val="tx1"/>
                </a:solidFill>
              </a:rPr>
              <a:t>Integrated HD Webcam or external USB Camera (720p/60fps recommended for optimal gesture stability).</a:t>
            </a:r>
            <a:br>
              <a:rPr lang="en-IN" sz="2400" dirty="0">
                <a:solidFill>
                  <a:schemeClr val="tx1"/>
                </a:solidFill>
              </a:rPr>
            </a:br>
            <a:endParaRPr lang="en-IN" sz="2400" dirty="0">
              <a:solidFill>
                <a:schemeClr val="tx1"/>
              </a:solidFill>
            </a:endParaRPr>
          </a:p>
          <a:p>
            <a:pPr lvl="0" fontAlgn="base"/>
            <a:r>
              <a:rPr lang="en-IN" sz="2400" b="1" dirty="0">
                <a:solidFill>
                  <a:srgbClr val="92D050"/>
                </a:solidFill>
              </a:rPr>
              <a:t>Monitor</a:t>
            </a:r>
            <a:r>
              <a:rPr lang="en-IN" sz="2400" dirty="0">
                <a:solidFill>
                  <a:srgbClr val="92D050"/>
                </a:solidFill>
              </a:rPr>
              <a:t>: </a:t>
            </a:r>
            <a:r>
              <a:rPr lang="en-IN" sz="2400" dirty="0">
                <a:solidFill>
                  <a:schemeClr val="tx1"/>
                </a:solidFill>
              </a:rPr>
              <a:t>Standard resolution display for cursor mapping and Smartboard visualization.</a:t>
            </a:r>
          </a:p>
          <a:p>
            <a:pPr marL="0" indent="0" fontAlgn="base">
              <a:buNone/>
            </a:pPr>
            <a:endParaRPr lang="en-IN" sz="2400" dirty="0"/>
          </a:p>
          <a:p>
            <a:endParaRPr lang="en-IN" sz="2400" dirty="0"/>
          </a:p>
        </p:txBody>
      </p:sp>
    </p:spTree>
    <p:extLst>
      <p:ext uri="{BB962C8B-B14F-4D97-AF65-F5344CB8AC3E}">
        <p14:creationId xmlns:p14="http://schemas.microsoft.com/office/powerpoint/2010/main" val="4090675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9E00C-3F9E-C352-1F9C-B896F79610AA}"/>
              </a:ext>
            </a:extLst>
          </p:cNvPr>
          <p:cNvSpPr>
            <a:spLocks noGrp="1"/>
          </p:cNvSpPr>
          <p:nvPr>
            <p:ph type="title"/>
          </p:nvPr>
        </p:nvSpPr>
        <p:spPr/>
        <p:txBody>
          <a:bodyPr/>
          <a:lstStyle/>
          <a:p>
            <a:r>
              <a:rPr lang="en-IN" b="1" i="1" dirty="0"/>
              <a:t>     SOFTWARE REQUIREMENTS</a:t>
            </a:r>
            <a:br>
              <a:rPr lang="en-IN" b="1" i="1" dirty="0"/>
            </a:br>
            <a:endParaRPr lang="en-IN" b="1" i="1" dirty="0"/>
          </a:p>
        </p:txBody>
      </p:sp>
      <p:sp>
        <p:nvSpPr>
          <p:cNvPr id="3" name="Subtitle 2">
            <a:extLst>
              <a:ext uri="{FF2B5EF4-FFF2-40B4-BE49-F238E27FC236}">
                <a16:creationId xmlns:a16="http://schemas.microsoft.com/office/drawing/2014/main" id="{DA30D254-42CD-3C87-4AB3-7EE598298E63}"/>
              </a:ext>
            </a:extLst>
          </p:cNvPr>
          <p:cNvSpPr>
            <a:spLocks noGrp="1"/>
          </p:cNvSpPr>
          <p:nvPr>
            <p:ph type="subTitle"/>
          </p:nvPr>
        </p:nvSpPr>
        <p:spPr>
          <a:xfrm>
            <a:off x="475032" y="3212976"/>
            <a:ext cx="9509400" cy="1087920"/>
          </a:xfrm>
        </p:spPr>
        <p:txBody>
          <a:bodyPr/>
          <a:lstStyle/>
          <a:p>
            <a:pPr lvl="0" fontAlgn="base"/>
            <a:r>
              <a:rPr lang="en-IN" sz="2400" b="1" dirty="0"/>
              <a:t>Operating System</a:t>
            </a:r>
            <a:r>
              <a:rPr lang="en-IN" sz="2400" dirty="0"/>
              <a:t>: </a:t>
            </a:r>
            <a:r>
              <a:rPr lang="en-IN" sz="2400" dirty="0">
                <a:solidFill>
                  <a:schemeClr val="tx1">
                    <a:lumMod val="95000"/>
                    <a:lumOff val="5000"/>
                  </a:schemeClr>
                </a:solidFill>
              </a:rPr>
              <a:t>64-bit Windows 10/11, Linux (Ubuntu/CentOS), or macOS.</a:t>
            </a:r>
            <a:br>
              <a:rPr lang="en-IN" sz="2400" dirty="0">
                <a:solidFill>
                  <a:schemeClr val="tx1">
                    <a:lumMod val="95000"/>
                    <a:lumOff val="5000"/>
                  </a:schemeClr>
                </a:solidFill>
              </a:rPr>
            </a:br>
            <a:endParaRPr lang="en-IN" sz="2400" dirty="0">
              <a:solidFill>
                <a:schemeClr val="tx1">
                  <a:lumMod val="95000"/>
                  <a:lumOff val="5000"/>
                </a:schemeClr>
              </a:solidFill>
            </a:endParaRPr>
          </a:p>
          <a:p>
            <a:pPr lvl="0" fontAlgn="base"/>
            <a:r>
              <a:rPr lang="en-IN" sz="2400" b="1" dirty="0">
                <a:solidFill>
                  <a:srgbClr val="92D050"/>
                </a:solidFill>
              </a:rPr>
              <a:t>Languages</a:t>
            </a:r>
            <a:r>
              <a:rPr lang="en-IN" sz="2400" dirty="0">
                <a:solidFill>
                  <a:srgbClr val="92D050"/>
                </a:solidFill>
              </a:rPr>
              <a:t>: </a:t>
            </a:r>
            <a:r>
              <a:rPr lang="en-IN" sz="2400" dirty="0">
                <a:solidFill>
                  <a:schemeClr val="tx1">
                    <a:lumMod val="95000"/>
                    <a:lumOff val="5000"/>
                  </a:schemeClr>
                </a:solidFill>
              </a:rPr>
              <a:t>Python 3.8 or higher.</a:t>
            </a:r>
            <a:br>
              <a:rPr lang="en-IN" sz="2400" dirty="0">
                <a:solidFill>
                  <a:schemeClr val="tx1">
                    <a:lumMod val="95000"/>
                    <a:lumOff val="5000"/>
                  </a:schemeClr>
                </a:solidFill>
              </a:rPr>
            </a:br>
            <a:endParaRPr lang="en-IN" sz="2400" dirty="0">
              <a:solidFill>
                <a:schemeClr val="tx1">
                  <a:lumMod val="95000"/>
                  <a:lumOff val="5000"/>
                </a:schemeClr>
              </a:solidFill>
            </a:endParaRPr>
          </a:p>
          <a:p>
            <a:pPr lvl="0" fontAlgn="base"/>
            <a:r>
              <a:rPr lang="en-IN" sz="2400" b="1" dirty="0">
                <a:solidFill>
                  <a:srgbClr val="92D050"/>
                </a:solidFill>
              </a:rPr>
              <a:t>Computer Vision Libraries</a:t>
            </a:r>
            <a:r>
              <a:rPr lang="en-IN" sz="2400" dirty="0">
                <a:solidFill>
                  <a:srgbClr val="92D050"/>
                </a:solidFill>
              </a:rPr>
              <a:t>:</a:t>
            </a:r>
            <a:r>
              <a:rPr lang="en-IN" sz="2400" dirty="0">
                <a:solidFill>
                  <a:schemeClr val="tx1">
                    <a:lumMod val="95000"/>
                    <a:lumOff val="5000"/>
                  </a:schemeClr>
                </a:solidFill>
              </a:rPr>
              <a:t> OpenCV-Python (cv2) and </a:t>
            </a:r>
            <a:r>
              <a:rPr lang="en-IN" sz="2400" dirty="0" err="1">
                <a:solidFill>
                  <a:schemeClr val="tx1">
                    <a:lumMod val="95000"/>
                    <a:lumOff val="5000"/>
                  </a:schemeClr>
                </a:solidFill>
              </a:rPr>
              <a:t>MediaPipe</a:t>
            </a:r>
            <a:r>
              <a:rPr lang="en-IN" sz="2400" dirty="0">
                <a:solidFill>
                  <a:schemeClr val="tx1">
                    <a:lumMod val="95000"/>
                    <a:lumOff val="5000"/>
                  </a:schemeClr>
                </a:solidFill>
              </a:rPr>
              <a:t>.</a:t>
            </a:r>
          </a:p>
          <a:p>
            <a:pPr lvl="0" fontAlgn="base"/>
            <a:r>
              <a:rPr lang="en-IN" sz="2400" b="1" dirty="0">
                <a:solidFill>
                  <a:srgbClr val="92D050"/>
                </a:solidFill>
              </a:rPr>
              <a:t>Automation Libraries</a:t>
            </a:r>
            <a:r>
              <a:rPr lang="en-IN" sz="2400" dirty="0">
                <a:solidFill>
                  <a:srgbClr val="92D050"/>
                </a:solidFill>
              </a:rPr>
              <a:t>: </a:t>
            </a:r>
            <a:r>
              <a:rPr lang="en-IN" sz="2400" dirty="0" err="1">
                <a:solidFill>
                  <a:schemeClr val="tx1">
                    <a:lumMod val="95000"/>
                    <a:lumOff val="5000"/>
                  </a:schemeClr>
                </a:solidFill>
              </a:rPr>
              <a:t>PyAutoGUI</a:t>
            </a:r>
            <a:r>
              <a:rPr lang="en-IN" sz="2400" dirty="0">
                <a:solidFill>
                  <a:schemeClr val="tx1">
                    <a:lumMod val="95000"/>
                    <a:lumOff val="5000"/>
                  </a:schemeClr>
                </a:solidFill>
              </a:rPr>
              <a:t> (for system-level mouse and keyboard control).</a:t>
            </a:r>
            <a:br>
              <a:rPr lang="en-IN" sz="2400" dirty="0">
                <a:solidFill>
                  <a:schemeClr val="tx1">
                    <a:lumMod val="95000"/>
                    <a:lumOff val="5000"/>
                  </a:schemeClr>
                </a:solidFill>
              </a:rPr>
            </a:br>
            <a:endParaRPr lang="en-IN" sz="2400" dirty="0">
              <a:solidFill>
                <a:schemeClr val="tx1">
                  <a:lumMod val="95000"/>
                  <a:lumOff val="5000"/>
                </a:schemeClr>
              </a:solidFill>
            </a:endParaRPr>
          </a:p>
          <a:p>
            <a:pPr lvl="0" fontAlgn="base"/>
            <a:r>
              <a:rPr lang="en-IN" sz="2400" b="1" dirty="0">
                <a:solidFill>
                  <a:srgbClr val="92D050"/>
                </a:solidFill>
              </a:rPr>
              <a:t>Utility Libraries</a:t>
            </a:r>
            <a:r>
              <a:rPr lang="en-IN" sz="2400" dirty="0">
                <a:solidFill>
                  <a:srgbClr val="92D050"/>
                </a:solidFill>
              </a:rPr>
              <a:t>: </a:t>
            </a:r>
            <a:r>
              <a:rPr lang="en-IN" sz="2400" dirty="0">
                <a:solidFill>
                  <a:schemeClr val="tx1">
                    <a:lumMod val="95000"/>
                    <a:lumOff val="5000"/>
                  </a:schemeClr>
                </a:solidFill>
              </a:rPr>
              <a:t>NumPy, Subprocess (for OS-level commands), and Collections (for temporal buffering).</a:t>
            </a:r>
            <a:br>
              <a:rPr lang="en-IN" sz="2400" dirty="0">
                <a:solidFill>
                  <a:schemeClr val="tx1">
                    <a:lumMod val="95000"/>
                    <a:lumOff val="5000"/>
                  </a:schemeClr>
                </a:solidFill>
              </a:rPr>
            </a:br>
            <a:endParaRPr lang="en-IN" sz="2400" dirty="0">
              <a:solidFill>
                <a:schemeClr val="tx1">
                  <a:lumMod val="95000"/>
                  <a:lumOff val="5000"/>
                </a:schemeClr>
              </a:solidFill>
            </a:endParaRPr>
          </a:p>
          <a:p>
            <a:pPr lvl="0" fontAlgn="base"/>
            <a:r>
              <a:rPr lang="en-IN" sz="2400" dirty="0">
                <a:solidFill>
                  <a:srgbClr val="92D050"/>
                </a:solidFill>
              </a:rPr>
              <a:t>Tools: </a:t>
            </a:r>
            <a:r>
              <a:rPr lang="en-IN" sz="2400" dirty="0">
                <a:solidFill>
                  <a:schemeClr val="tx1">
                    <a:lumMod val="95000"/>
                    <a:lumOff val="5000"/>
                  </a:schemeClr>
                </a:solidFill>
              </a:rPr>
              <a:t>Visual Studio Code, </a:t>
            </a:r>
            <a:r>
              <a:rPr lang="en-IN" sz="2400" dirty="0" err="1">
                <a:solidFill>
                  <a:schemeClr val="tx1">
                    <a:lumMod val="95000"/>
                    <a:lumOff val="5000"/>
                  </a:schemeClr>
                </a:solidFill>
              </a:rPr>
              <a:t>Jupyter</a:t>
            </a:r>
            <a:r>
              <a:rPr lang="en-IN" sz="2400" dirty="0">
                <a:solidFill>
                  <a:schemeClr val="tx1">
                    <a:lumMod val="95000"/>
                    <a:lumOff val="5000"/>
                  </a:schemeClr>
                </a:solidFill>
              </a:rPr>
              <a:t> Notebook or Eclipse</a:t>
            </a:r>
          </a:p>
          <a:p>
            <a:endParaRPr lang="en-IN" sz="2400" dirty="0"/>
          </a:p>
        </p:txBody>
      </p:sp>
    </p:spTree>
    <p:extLst>
      <p:ext uri="{BB962C8B-B14F-4D97-AF65-F5344CB8AC3E}">
        <p14:creationId xmlns:p14="http://schemas.microsoft.com/office/powerpoint/2010/main" val="37976021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FE6-F34B-736E-8721-8E95192AE9E8}"/>
              </a:ext>
            </a:extLst>
          </p:cNvPr>
          <p:cNvSpPr>
            <a:spLocks noGrp="1"/>
          </p:cNvSpPr>
          <p:nvPr>
            <p:ph type="title"/>
          </p:nvPr>
        </p:nvSpPr>
        <p:spPr>
          <a:xfrm>
            <a:off x="911424" y="10028"/>
            <a:ext cx="9509400" cy="1087920"/>
          </a:xfrm>
        </p:spPr>
        <p:txBody>
          <a:bodyPr/>
          <a:lstStyle/>
          <a:p>
            <a:r>
              <a:rPr lang="en-US" b="1" i="1" dirty="0"/>
              <a:t>                         Solutions</a:t>
            </a:r>
            <a:endParaRPr lang="en-IN" b="1" i="1" dirty="0"/>
          </a:p>
        </p:txBody>
      </p:sp>
      <p:sp>
        <p:nvSpPr>
          <p:cNvPr id="3" name="Subtitle 2">
            <a:extLst>
              <a:ext uri="{FF2B5EF4-FFF2-40B4-BE49-F238E27FC236}">
                <a16:creationId xmlns:a16="http://schemas.microsoft.com/office/drawing/2014/main" id="{5B1102CD-8136-44CD-BA7B-B7BB480113F1}"/>
              </a:ext>
            </a:extLst>
          </p:cNvPr>
          <p:cNvSpPr>
            <a:spLocks noGrp="1"/>
          </p:cNvSpPr>
          <p:nvPr>
            <p:ph type="subTitle"/>
          </p:nvPr>
        </p:nvSpPr>
        <p:spPr>
          <a:xfrm>
            <a:off x="551384" y="1556792"/>
            <a:ext cx="9509400" cy="4171496"/>
          </a:xfrm>
        </p:spPr>
        <p:txBody>
          <a:bodyPr/>
          <a:lstStyle/>
          <a:p>
            <a:r>
              <a:rPr lang="en-US" sz="2400" b="1" dirty="0"/>
              <a:t>1. Core Technical Architecture</a:t>
            </a:r>
            <a:endParaRPr lang="en-US" sz="2000" b="1" dirty="0"/>
          </a:p>
          <a:p>
            <a:r>
              <a:rPr lang="en-US" sz="2000" b="1" dirty="0" err="1"/>
              <a:t>MediaPipe</a:t>
            </a:r>
            <a:r>
              <a:rPr lang="en-US" sz="2000" b="1" dirty="0"/>
              <a:t> Integration:</a:t>
            </a:r>
            <a:r>
              <a:rPr lang="en-US" sz="2000" dirty="0"/>
              <a:t> </a:t>
            </a:r>
            <a:r>
              <a:rPr lang="en-US" sz="2000" dirty="0">
                <a:solidFill>
                  <a:schemeClr val="tx1"/>
                </a:solidFill>
              </a:rPr>
              <a:t>High-fidelity extraction of </a:t>
            </a:r>
            <a:r>
              <a:rPr lang="en-US" sz="2000" b="1" dirty="0">
                <a:solidFill>
                  <a:schemeClr val="tx1"/>
                </a:solidFill>
              </a:rPr>
              <a:t>21 3D hand landmarks</a:t>
            </a:r>
            <a:r>
              <a:rPr lang="en-US" sz="2000" dirty="0">
                <a:solidFill>
                  <a:schemeClr val="tx1"/>
                </a:solidFill>
              </a:rPr>
              <a:t> for pinpoint accuracy.</a:t>
            </a:r>
          </a:p>
          <a:p>
            <a:r>
              <a:rPr lang="en-US" sz="2000" b="1" dirty="0"/>
              <a:t>Intelligent Signal Processing:</a:t>
            </a:r>
            <a:r>
              <a:rPr lang="en-US" sz="2000" dirty="0"/>
              <a:t> </a:t>
            </a:r>
            <a:r>
              <a:rPr lang="en-US" sz="2000" dirty="0">
                <a:solidFill>
                  <a:schemeClr val="tx1"/>
                </a:solidFill>
              </a:rPr>
              <a:t>* </a:t>
            </a:r>
            <a:r>
              <a:rPr lang="en-US" sz="2000" b="1" dirty="0">
                <a:solidFill>
                  <a:schemeClr val="tx1"/>
                </a:solidFill>
              </a:rPr>
              <a:t>EMA Smoothing:</a:t>
            </a:r>
            <a:r>
              <a:rPr lang="en-US" sz="2000" dirty="0">
                <a:solidFill>
                  <a:schemeClr val="tx1"/>
                </a:solidFill>
              </a:rPr>
              <a:t> Eliminates cursor jitter for pixel-perfect navigation.</a:t>
            </a:r>
          </a:p>
          <a:p>
            <a:pPr lvl="1"/>
            <a:r>
              <a:rPr lang="en-US" sz="2000" b="1" dirty="0">
                <a:solidFill>
                  <a:srgbClr val="92D050"/>
                </a:solidFill>
              </a:rPr>
              <a:t>Temporal Filtering:</a:t>
            </a:r>
            <a:r>
              <a:rPr lang="en-US" sz="2000" dirty="0">
                <a:solidFill>
                  <a:srgbClr val="92D050"/>
                </a:solidFill>
              </a:rPr>
              <a:t> </a:t>
            </a:r>
            <a:r>
              <a:rPr lang="en-US" sz="2000" dirty="0"/>
              <a:t>Ensures gesture stability even during rapid movement.</a:t>
            </a:r>
          </a:p>
          <a:p>
            <a:r>
              <a:rPr lang="en-US" sz="2000" b="1" dirty="0"/>
              <a:t>Coordinate Mapping</a:t>
            </a:r>
            <a:r>
              <a:rPr lang="en-US" sz="2000" b="1" dirty="0">
                <a:solidFill>
                  <a:srgbClr val="92D050"/>
                </a:solidFill>
              </a:rPr>
              <a:t>:</a:t>
            </a:r>
            <a:r>
              <a:rPr lang="en-US" sz="2000" dirty="0">
                <a:solidFill>
                  <a:schemeClr val="tx1"/>
                </a:solidFill>
              </a:rPr>
              <a:t> Wrist-relative positioning to maintain control regardless of hand distance from the camera.</a:t>
            </a:r>
            <a:br>
              <a:rPr lang="en-US" sz="2000" dirty="0">
                <a:solidFill>
                  <a:schemeClr val="tx1"/>
                </a:solidFill>
              </a:rPr>
            </a:br>
            <a:endParaRPr lang="en-US" sz="2000" dirty="0">
              <a:solidFill>
                <a:schemeClr val="tx1"/>
              </a:solidFill>
            </a:endParaRPr>
          </a:p>
          <a:p>
            <a:r>
              <a:rPr lang="en-US" sz="2400" b="1" dirty="0">
                <a:solidFill>
                  <a:srgbClr val="92D050"/>
                </a:solidFill>
              </a:rPr>
              <a:t>2. Feature Ecosystem</a:t>
            </a:r>
          </a:p>
          <a:p>
            <a:r>
              <a:rPr lang="en-US" sz="2000" b="1" dirty="0"/>
              <a:t>Virtual Navigation:</a:t>
            </a:r>
            <a:r>
              <a:rPr lang="en-US" sz="2000" dirty="0"/>
              <a:t> </a:t>
            </a:r>
            <a:r>
              <a:rPr lang="en-US" sz="2000" dirty="0">
                <a:solidFill>
                  <a:schemeClr val="tx1"/>
                </a:solidFill>
              </a:rPr>
              <a:t>Smooth, "zero-lag" cursor movement and clicking.</a:t>
            </a:r>
          </a:p>
          <a:p>
            <a:r>
              <a:rPr lang="en-US" sz="2000" b="1" dirty="0"/>
              <a:t>Smartboard Mod</a:t>
            </a:r>
            <a:r>
              <a:rPr lang="en-US" sz="2000" b="1" dirty="0">
                <a:solidFill>
                  <a:srgbClr val="92D050"/>
                </a:solidFill>
              </a:rPr>
              <a:t>e:</a:t>
            </a:r>
            <a:r>
              <a:rPr lang="en-US" sz="2000" dirty="0">
                <a:solidFill>
                  <a:srgbClr val="92D050"/>
                </a:solidFill>
              </a:rPr>
              <a:t> </a:t>
            </a:r>
            <a:r>
              <a:rPr lang="en-US" sz="2000" dirty="0">
                <a:solidFill>
                  <a:schemeClr val="tx1"/>
                </a:solidFill>
              </a:rPr>
              <a:t>Intuitive "air-drawing" functionality for presentations and education.</a:t>
            </a:r>
          </a:p>
          <a:p>
            <a:r>
              <a:rPr lang="en-US" sz="2000" b="1" dirty="0"/>
              <a:t>Media &amp; System Contro</a:t>
            </a:r>
            <a:r>
              <a:rPr lang="en-US" sz="2000" b="1" dirty="0">
                <a:solidFill>
                  <a:srgbClr val="92D050"/>
                </a:solidFill>
              </a:rPr>
              <a:t>l:</a:t>
            </a:r>
            <a:r>
              <a:rPr lang="en-US" sz="2000" dirty="0">
                <a:solidFill>
                  <a:srgbClr val="92D050"/>
                </a:solidFill>
              </a:rPr>
              <a:t> </a:t>
            </a:r>
            <a:r>
              <a:rPr lang="en-US" sz="2000" dirty="0">
                <a:solidFill>
                  <a:schemeClr val="tx1"/>
                </a:solidFill>
              </a:rPr>
              <a:t>Dynamic gestures for volume adjustment (pinch-to-slide) and screenshot capture.</a:t>
            </a:r>
          </a:p>
          <a:p>
            <a:pPr marL="0" indent="0">
              <a:buNone/>
            </a:pPr>
            <a:endParaRPr lang="en-US" sz="2000" b="1" dirty="0"/>
          </a:p>
        </p:txBody>
      </p:sp>
    </p:spTree>
    <p:extLst>
      <p:ext uri="{BB962C8B-B14F-4D97-AF65-F5344CB8AC3E}">
        <p14:creationId xmlns:p14="http://schemas.microsoft.com/office/powerpoint/2010/main" val="3826159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AutoShape 2" descr="https://www.researchgate.net/profile/Marthed-Wameed/publication/381110836/figure/fig3/AS:11431281248824351@1717402566551/Software-design-flowchart.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https://www.researchgate.net/profile/Marthed-Wameed/publication/381110836/figure/fig3/AS:11431281248824351@1717402566551/Software-design-flowchart.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 name="Title 4"/>
          <p:cNvSpPr>
            <a:spLocks noGrp="1"/>
          </p:cNvSpPr>
          <p:nvPr>
            <p:ph type="title"/>
          </p:nvPr>
        </p:nvSpPr>
        <p:spPr>
          <a:xfrm>
            <a:off x="677334" y="380008"/>
            <a:ext cx="8596668" cy="1320800"/>
          </a:xfrm>
        </p:spPr>
        <p:txBody>
          <a:bodyPr/>
          <a:lstStyle/>
          <a:p>
            <a:r>
              <a:rPr lang="en-US" b="1" i="1" dirty="0"/>
              <a:t>                System Architecture</a:t>
            </a:r>
          </a:p>
        </p:txBody>
      </p:sp>
      <p:pic>
        <p:nvPicPr>
          <p:cNvPr id="2" name="Picture 1">
            <a:extLst>
              <a:ext uri="{FF2B5EF4-FFF2-40B4-BE49-F238E27FC236}">
                <a16:creationId xmlns:a16="http://schemas.microsoft.com/office/drawing/2014/main" id="{799CF5C3-E7B1-DE45-7F47-BA0C3DB5203F}"/>
              </a:ext>
            </a:extLst>
          </p:cNvPr>
          <p:cNvPicPr>
            <a:picLocks noChangeAspect="1"/>
          </p:cNvPicPr>
          <p:nvPr/>
        </p:nvPicPr>
        <p:blipFill>
          <a:blip r:embed="rId2"/>
          <a:stretch>
            <a:fillRect/>
          </a:stretch>
        </p:blipFill>
        <p:spPr>
          <a:xfrm>
            <a:off x="460375" y="1187379"/>
            <a:ext cx="9691900" cy="529061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1C2D2-645E-EACC-37F4-FE219C044CE2}"/>
              </a:ext>
            </a:extLst>
          </p:cNvPr>
          <p:cNvSpPr>
            <a:spLocks noGrp="1"/>
          </p:cNvSpPr>
          <p:nvPr>
            <p:ph type="title"/>
          </p:nvPr>
        </p:nvSpPr>
        <p:spPr>
          <a:xfrm>
            <a:off x="677334" y="332656"/>
            <a:ext cx="8596668" cy="1320800"/>
          </a:xfrm>
        </p:spPr>
        <p:txBody>
          <a:bodyPr/>
          <a:lstStyle/>
          <a:p>
            <a:r>
              <a:rPr lang="en-US" b="1" i="1" dirty="0"/>
              <a:t>                    System Module</a:t>
            </a:r>
            <a:endParaRPr lang="en-IN" b="1" i="1" dirty="0"/>
          </a:p>
        </p:txBody>
      </p:sp>
      <p:sp>
        <p:nvSpPr>
          <p:cNvPr id="4" name="Slide Number Placeholder 3">
            <a:extLst>
              <a:ext uri="{FF2B5EF4-FFF2-40B4-BE49-F238E27FC236}">
                <a16:creationId xmlns:a16="http://schemas.microsoft.com/office/drawing/2014/main" id="{B7091D9D-1605-7E8D-B189-D82AD58102B9}"/>
              </a:ext>
            </a:extLst>
          </p:cNvPr>
          <p:cNvSpPr>
            <a:spLocks noGrp="1"/>
          </p:cNvSpPr>
          <p:nvPr>
            <p:ph type="sldNum" sz="quarter" idx="12"/>
          </p:nvPr>
        </p:nvSpPr>
        <p:spPr/>
        <p:txBody>
          <a:bodyPr/>
          <a:lstStyle/>
          <a:p>
            <a:fld id="{47425395-6D31-4434-A469-DE29B855650C}" type="slidenum">
              <a:rPr lang="en-IN" smtClean="0"/>
              <a:pPr/>
              <a:t>11</a:t>
            </a:fld>
            <a:endParaRPr lang="en-IN"/>
          </a:p>
        </p:txBody>
      </p:sp>
      <p:pic>
        <p:nvPicPr>
          <p:cNvPr id="5" name="Picture 4">
            <a:extLst>
              <a:ext uri="{FF2B5EF4-FFF2-40B4-BE49-F238E27FC236}">
                <a16:creationId xmlns:a16="http://schemas.microsoft.com/office/drawing/2014/main" id="{E9FB539B-EE87-210E-8397-CED16E9410AB}"/>
              </a:ext>
            </a:extLst>
          </p:cNvPr>
          <p:cNvPicPr>
            <a:picLocks noChangeAspect="1"/>
          </p:cNvPicPr>
          <p:nvPr/>
        </p:nvPicPr>
        <p:blipFill>
          <a:blip r:embed="rId2"/>
          <a:stretch>
            <a:fillRect/>
          </a:stretch>
        </p:blipFill>
        <p:spPr>
          <a:xfrm>
            <a:off x="551384" y="1194138"/>
            <a:ext cx="9721080" cy="5306542"/>
          </a:xfrm>
          <a:prstGeom prst="rect">
            <a:avLst/>
          </a:prstGeom>
        </p:spPr>
      </p:pic>
    </p:spTree>
    <p:extLst>
      <p:ext uri="{BB962C8B-B14F-4D97-AF65-F5344CB8AC3E}">
        <p14:creationId xmlns:p14="http://schemas.microsoft.com/office/powerpoint/2010/main" val="1376015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A19BF-A13E-1429-407B-2A698CB5E2BA}"/>
              </a:ext>
            </a:extLst>
          </p:cNvPr>
          <p:cNvSpPr>
            <a:spLocks noGrp="1"/>
          </p:cNvSpPr>
          <p:nvPr>
            <p:ph type="title"/>
          </p:nvPr>
        </p:nvSpPr>
        <p:spPr>
          <a:xfrm>
            <a:off x="811700" y="91976"/>
            <a:ext cx="8596668" cy="1320800"/>
          </a:xfrm>
        </p:spPr>
        <p:txBody>
          <a:bodyPr/>
          <a:lstStyle/>
          <a:p>
            <a:r>
              <a:rPr lang="en-US" dirty="0"/>
              <a:t>CLASS DIAGRAM</a:t>
            </a:r>
            <a:endParaRPr lang="en-IN" dirty="0"/>
          </a:p>
        </p:txBody>
      </p:sp>
      <p:sp>
        <p:nvSpPr>
          <p:cNvPr id="4" name="Slide Number Placeholder 3">
            <a:extLst>
              <a:ext uri="{FF2B5EF4-FFF2-40B4-BE49-F238E27FC236}">
                <a16:creationId xmlns:a16="http://schemas.microsoft.com/office/drawing/2014/main" id="{E47AF406-E597-BD1F-8DBA-D963D6CE7E55}"/>
              </a:ext>
            </a:extLst>
          </p:cNvPr>
          <p:cNvSpPr>
            <a:spLocks noGrp="1"/>
          </p:cNvSpPr>
          <p:nvPr>
            <p:ph type="sldNum" sz="quarter" idx="12"/>
          </p:nvPr>
        </p:nvSpPr>
        <p:spPr/>
        <p:txBody>
          <a:bodyPr/>
          <a:lstStyle/>
          <a:p>
            <a:fld id="{47425395-6D31-4434-A469-DE29B855650C}" type="slidenum">
              <a:rPr lang="en-IN" smtClean="0"/>
              <a:pPr/>
              <a:t>12</a:t>
            </a:fld>
            <a:endParaRPr lang="en-IN"/>
          </a:p>
        </p:txBody>
      </p:sp>
      <p:pic>
        <p:nvPicPr>
          <p:cNvPr id="6" name="Picture 5">
            <a:extLst>
              <a:ext uri="{FF2B5EF4-FFF2-40B4-BE49-F238E27FC236}">
                <a16:creationId xmlns:a16="http://schemas.microsoft.com/office/drawing/2014/main" id="{C91A869F-4793-40BD-63C8-C934E2909D61}"/>
              </a:ext>
            </a:extLst>
          </p:cNvPr>
          <p:cNvPicPr>
            <a:picLocks noChangeAspect="1"/>
          </p:cNvPicPr>
          <p:nvPr/>
        </p:nvPicPr>
        <p:blipFill>
          <a:blip r:embed="rId2"/>
          <a:stretch>
            <a:fillRect/>
          </a:stretch>
        </p:blipFill>
        <p:spPr>
          <a:xfrm>
            <a:off x="548020" y="673231"/>
            <a:ext cx="9124028" cy="5733256"/>
          </a:xfrm>
          <a:prstGeom prst="rect">
            <a:avLst/>
          </a:prstGeom>
        </p:spPr>
      </p:pic>
    </p:spTree>
    <p:extLst>
      <p:ext uri="{BB962C8B-B14F-4D97-AF65-F5344CB8AC3E}">
        <p14:creationId xmlns:p14="http://schemas.microsoft.com/office/powerpoint/2010/main" val="3338348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141D3-03C2-43C4-7AA0-D2245D70A073}"/>
              </a:ext>
            </a:extLst>
          </p:cNvPr>
          <p:cNvSpPr>
            <a:spLocks noGrp="1"/>
          </p:cNvSpPr>
          <p:nvPr>
            <p:ph type="title"/>
          </p:nvPr>
        </p:nvSpPr>
        <p:spPr>
          <a:xfrm>
            <a:off x="695400" y="116632"/>
            <a:ext cx="8596668" cy="1320800"/>
          </a:xfrm>
        </p:spPr>
        <p:txBody>
          <a:bodyPr/>
          <a:lstStyle/>
          <a:p>
            <a:r>
              <a:rPr lang="en-US" dirty="0"/>
              <a:t>USE CASE DIAGRAM</a:t>
            </a:r>
            <a:endParaRPr lang="en-IN" dirty="0"/>
          </a:p>
        </p:txBody>
      </p:sp>
      <p:sp>
        <p:nvSpPr>
          <p:cNvPr id="4" name="Slide Number Placeholder 3">
            <a:extLst>
              <a:ext uri="{FF2B5EF4-FFF2-40B4-BE49-F238E27FC236}">
                <a16:creationId xmlns:a16="http://schemas.microsoft.com/office/drawing/2014/main" id="{90C8806C-9365-E830-F95E-EAF237F0FFB5}"/>
              </a:ext>
            </a:extLst>
          </p:cNvPr>
          <p:cNvSpPr>
            <a:spLocks noGrp="1"/>
          </p:cNvSpPr>
          <p:nvPr>
            <p:ph type="sldNum" sz="quarter" idx="12"/>
          </p:nvPr>
        </p:nvSpPr>
        <p:spPr/>
        <p:txBody>
          <a:bodyPr/>
          <a:lstStyle/>
          <a:p>
            <a:fld id="{47425395-6D31-4434-A469-DE29B855650C}" type="slidenum">
              <a:rPr lang="en-IN" smtClean="0"/>
              <a:pPr/>
              <a:t>13</a:t>
            </a:fld>
            <a:endParaRPr lang="en-IN"/>
          </a:p>
        </p:txBody>
      </p:sp>
      <p:pic>
        <p:nvPicPr>
          <p:cNvPr id="6" name="Picture 5">
            <a:extLst>
              <a:ext uri="{FF2B5EF4-FFF2-40B4-BE49-F238E27FC236}">
                <a16:creationId xmlns:a16="http://schemas.microsoft.com/office/drawing/2014/main" id="{B0AC9449-F989-65FF-9C61-FF0C4B636F92}"/>
              </a:ext>
            </a:extLst>
          </p:cNvPr>
          <p:cNvPicPr>
            <a:picLocks noChangeAspect="1"/>
          </p:cNvPicPr>
          <p:nvPr/>
        </p:nvPicPr>
        <p:blipFill>
          <a:blip r:embed="rId2"/>
          <a:stretch>
            <a:fillRect/>
          </a:stretch>
        </p:blipFill>
        <p:spPr>
          <a:xfrm>
            <a:off x="1055440" y="1196752"/>
            <a:ext cx="8596668" cy="5420567"/>
          </a:xfrm>
          <a:prstGeom prst="rect">
            <a:avLst/>
          </a:prstGeom>
        </p:spPr>
      </p:pic>
    </p:spTree>
    <p:extLst>
      <p:ext uri="{BB962C8B-B14F-4D97-AF65-F5344CB8AC3E}">
        <p14:creationId xmlns:p14="http://schemas.microsoft.com/office/powerpoint/2010/main" val="2598619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FF7F-478D-1841-86B5-89F504860B42}"/>
              </a:ext>
            </a:extLst>
          </p:cNvPr>
          <p:cNvSpPr>
            <a:spLocks noGrp="1"/>
          </p:cNvSpPr>
          <p:nvPr>
            <p:ph type="title"/>
          </p:nvPr>
        </p:nvSpPr>
        <p:spPr>
          <a:xfrm>
            <a:off x="677334" y="163984"/>
            <a:ext cx="8596668" cy="1320800"/>
          </a:xfrm>
        </p:spPr>
        <p:txBody>
          <a:bodyPr/>
          <a:lstStyle/>
          <a:p>
            <a:r>
              <a:rPr lang="en-US" dirty="0"/>
              <a:t>ACTIVITY DIAGRAM</a:t>
            </a:r>
            <a:endParaRPr lang="en-IN" dirty="0"/>
          </a:p>
        </p:txBody>
      </p:sp>
      <p:sp>
        <p:nvSpPr>
          <p:cNvPr id="4" name="Slide Number Placeholder 3">
            <a:extLst>
              <a:ext uri="{FF2B5EF4-FFF2-40B4-BE49-F238E27FC236}">
                <a16:creationId xmlns:a16="http://schemas.microsoft.com/office/drawing/2014/main" id="{B7EBDDC4-39CD-FF84-3C08-D177AE658E6F}"/>
              </a:ext>
            </a:extLst>
          </p:cNvPr>
          <p:cNvSpPr>
            <a:spLocks noGrp="1"/>
          </p:cNvSpPr>
          <p:nvPr>
            <p:ph type="sldNum" sz="quarter" idx="12"/>
          </p:nvPr>
        </p:nvSpPr>
        <p:spPr/>
        <p:txBody>
          <a:bodyPr/>
          <a:lstStyle/>
          <a:p>
            <a:fld id="{47425395-6D31-4434-A469-DE29B855650C}" type="slidenum">
              <a:rPr lang="en-IN" smtClean="0"/>
              <a:pPr/>
              <a:t>14</a:t>
            </a:fld>
            <a:endParaRPr lang="en-IN"/>
          </a:p>
        </p:txBody>
      </p:sp>
      <p:pic>
        <p:nvPicPr>
          <p:cNvPr id="6" name="Picture 5">
            <a:extLst>
              <a:ext uri="{FF2B5EF4-FFF2-40B4-BE49-F238E27FC236}">
                <a16:creationId xmlns:a16="http://schemas.microsoft.com/office/drawing/2014/main" id="{5DA73F95-44E7-AE75-6317-2C63A7950538}"/>
              </a:ext>
            </a:extLst>
          </p:cNvPr>
          <p:cNvPicPr>
            <a:picLocks noChangeAspect="1"/>
          </p:cNvPicPr>
          <p:nvPr/>
        </p:nvPicPr>
        <p:blipFill>
          <a:blip r:embed="rId2"/>
          <a:stretch>
            <a:fillRect/>
          </a:stretch>
        </p:blipFill>
        <p:spPr>
          <a:xfrm>
            <a:off x="1932955" y="824384"/>
            <a:ext cx="6085425" cy="5760640"/>
          </a:xfrm>
          <a:prstGeom prst="rect">
            <a:avLst/>
          </a:prstGeom>
        </p:spPr>
      </p:pic>
    </p:spTree>
    <p:extLst>
      <p:ext uri="{BB962C8B-B14F-4D97-AF65-F5344CB8AC3E}">
        <p14:creationId xmlns:p14="http://schemas.microsoft.com/office/powerpoint/2010/main" val="25935586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EC7E7-A44E-5B1B-ECC6-B1E4898FF0EE}"/>
              </a:ext>
            </a:extLst>
          </p:cNvPr>
          <p:cNvSpPr>
            <a:spLocks noGrp="1"/>
          </p:cNvSpPr>
          <p:nvPr>
            <p:ph type="title"/>
          </p:nvPr>
        </p:nvSpPr>
        <p:spPr>
          <a:xfrm>
            <a:off x="1027724" y="116632"/>
            <a:ext cx="8596668" cy="1320800"/>
          </a:xfrm>
        </p:spPr>
        <p:txBody>
          <a:bodyPr/>
          <a:lstStyle/>
          <a:p>
            <a:r>
              <a:rPr lang="en-US" dirty="0"/>
              <a:t>SEQUENCE DIAGRAM</a:t>
            </a:r>
            <a:endParaRPr lang="en-IN" dirty="0"/>
          </a:p>
        </p:txBody>
      </p:sp>
      <p:sp>
        <p:nvSpPr>
          <p:cNvPr id="4" name="Slide Number Placeholder 3">
            <a:extLst>
              <a:ext uri="{FF2B5EF4-FFF2-40B4-BE49-F238E27FC236}">
                <a16:creationId xmlns:a16="http://schemas.microsoft.com/office/drawing/2014/main" id="{DB222696-EFB9-3DD1-68F3-63067D54EE80}"/>
              </a:ext>
            </a:extLst>
          </p:cNvPr>
          <p:cNvSpPr>
            <a:spLocks noGrp="1"/>
          </p:cNvSpPr>
          <p:nvPr>
            <p:ph type="sldNum" sz="quarter" idx="12"/>
          </p:nvPr>
        </p:nvSpPr>
        <p:spPr/>
        <p:txBody>
          <a:bodyPr/>
          <a:lstStyle/>
          <a:p>
            <a:fld id="{47425395-6D31-4434-A469-DE29B855650C}" type="slidenum">
              <a:rPr lang="en-IN" smtClean="0"/>
              <a:pPr/>
              <a:t>15</a:t>
            </a:fld>
            <a:endParaRPr lang="en-IN"/>
          </a:p>
        </p:txBody>
      </p:sp>
      <p:pic>
        <p:nvPicPr>
          <p:cNvPr id="6" name="Picture 5">
            <a:extLst>
              <a:ext uri="{FF2B5EF4-FFF2-40B4-BE49-F238E27FC236}">
                <a16:creationId xmlns:a16="http://schemas.microsoft.com/office/drawing/2014/main" id="{4FCFE0FF-7F9B-5987-F3E1-B258C67330CD}"/>
              </a:ext>
            </a:extLst>
          </p:cNvPr>
          <p:cNvPicPr>
            <a:picLocks noChangeAspect="1"/>
          </p:cNvPicPr>
          <p:nvPr/>
        </p:nvPicPr>
        <p:blipFill>
          <a:blip r:embed="rId2"/>
          <a:stretch>
            <a:fillRect/>
          </a:stretch>
        </p:blipFill>
        <p:spPr>
          <a:xfrm>
            <a:off x="1581641" y="647512"/>
            <a:ext cx="7488833" cy="6073832"/>
          </a:xfrm>
          <a:prstGeom prst="rect">
            <a:avLst/>
          </a:prstGeom>
        </p:spPr>
      </p:pic>
    </p:spTree>
    <p:extLst>
      <p:ext uri="{BB962C8B-B14F-4D97-AF65-F5344CB8AC3E}">
        <p14:creationId xmlns:p14="http://schemas.microsoft.com/office/powerpoint/2010/main" val="35214448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00729-4635-1066-6C16-0A974049D09C}"/>
              </a:ext>
            </a:extLst>
          </p:cNvPr>
          <p:cNvSpPr>
            <a:spLocks noGrp="1"/>
          </p:cNvSpPr>
          <p:nvPr>
            <p:ph type="title"/>
          </p:nvPr>
        </p:nvSpPr>
        <p:spPr>
          <a:xfrm>
            <a:off x="767408" y="260648"/>
            <a:ext cx="8596668" cy="1381720"/>
          </a:xfrm>
        </p:spPr>
        <p:txBody>
          <a:bodyPr/>
          <a:lstStyle/>
          <a:p>
            <a:r>
              <a:rPr lang="en-US" dirty="0"/>
              <a:t>STATE CHART DIAGRAM</a:t>
            </a:r>
            <a:endParaRPr lang="en-IN" dirty="0"/>
          </a:p>
        </p:txBody>
      </p:sp>
      <p:sp>
        <p:nvSpPr>
          <p:cNvPr id="4" name="Slide Number Placeholder 3">
            <a:extLst>
              <a:ext uri="{FF2B5EF4-FFF2-40B4-BE49-F238E27FC236}">
                <a16:creationId xmlns:a16="http://schemas.microsoft.com/office/drawing/2014/main" id="{406C505C-BF4B-CCDF-8E65-8456DDB947E1}"/>
              </a:ext>
            </a:extLst>
          </p:cNvPr>
          <p:cNvSpPr>
            <a:spLocks noGrp="1"/>
          </p:cNvSpPr>
          <p:nvPr>
            <p:ph type="sldNum" sz="quarter" idx="12"/>
          </p:nvPr>
        </p:nvSpPr>
        <p:spPr/>
        <p:txBody>
          <a:bodyPr/>
          <a:lstStyle/>
          <a:p>
            <a:fld id="{47425395-6D31-4434-A469-DE29B855650C}" type="slidenum">
              <a:rPr lang="en-IN" smtClean="0"/>
              <a:pPr/>
              <a:t>16</a:t>
            </a:fld>
            <a:endParaRPr lang="en-IN"/>
          </a:p>
        </p:txBody>
      </p:sp>
      <p:pic>
        <p:nvPicPr>
          <p:cNvPr id="6" name="Picture 5">
            <a:extLst>
              <a:ext uri="{FF2B5EF4-FFF2-40B4-BE49-F238E27FC236}">
                <a16:creationId xmlns:a16="http://schemas.microsoft.com/office/drawing/2014/main" id="{D085BA30-B4E9-4569-68EF-920D312D2A04}"/>
              </a:ext>
            </a:extLst>
          </p:cNvPr>
          <p:cNvPicPr>
            <a:picLocks noChangeAspect="1"/>
          </p:cNvPicPr>
          <p:nvPr/>
        </p:nvPicPr>
        <p:blipFill>
          <a:blip r:embed="rId2"/>
          <a:stretch>
            <a:fillRect/>
          </a:stretch>
        </p:blipFill>
        <p:spPr>
          <a:xfrm>
            <a:off x="1415480" y="568754"/>
            <a:ext cx="8596668" cy="5472608"/>
          </a:xfrm>
          <a:prstGeom prst="rect">
            <a:avLst/>
          </a:prstGeom>
        </p:spPr>
      </p:pic>
    </p:spTree>
    <p:extLst>
      <p:ext uri="{BB962C8B-B14F-4D97-AF65-F5344CB8AC3E}">
        <p14:creationId xmlns:p14="http://schemas.microsoft.com/office/powerpoint/2010/main" val="3670644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F3EF3-90A0-46C5-5420-E06DC400FA1A}"/>
              </a:ext>
            </a:extLst>
          </p:cNvPr>
          <p:cNvSpPr>
            <a:spLocks noGrp="1"/>
          </p:cNvSpPr>
          <p:nvPr>
            <p:ph type="title"/>
          </p:nvPr>
        </p:nvSpPr>
        <p:spPr>
          <a:xfrm>
            <a:off x="677334" y="163984"/>
            <a:ext cx="8596668" cy="1320800"/>
          </a:xfrm>
        </p:spPr>
        <p:txBody>
          <a:bodyPr/>
          <a:lstStyle/>
          <a:p>
            <a:r>
              <a:rPr lang="en-US" dirty="0"/>
              <a:t>OBJECT DIAGRAM</a:t>
            </a:r>
            <a:endParaRPr lang="en-IN" dirty="0"/>
          </a:p>
        </p:txBody>
      </p:sp>
      <p:sp>
        <p:nvSpPr>
          <p:cNvPr id="4" name="Slide Number Placeholder 3">
            <a:extLst>
              <a:ext uri="{FF2B5EF4-FFF2-40B4-BE49-F238E27FC236}">
                <a16:creationId xmlns:a16="http://schemas.microsoft.com/office/drawing/2014/main" id="{7513326B-5E73-7E7B-A038-DD0B29CA6A08}"/>
              </a:ext>
            </a:extLst>
          </p:cNvPr>
          <p:cNvSpPr>
            <a:spLocks noGrp="1"/>
          </p:cNvSpPr>
          <p:nvPr>
            <p:ph type="sldNum" sz="quarter" idx="12"/>
          </p:nvPr>
        </p:nvSpPr>
        <p:spPr/>
        <p:txBody>
          <a:bodyPr/>
          <a:lstStyle/>
          <a:p>
            <a:fld id="{47425395-6D31-4434-A469-DE29B855650C}" type="slidenum">
              <a:rPr lang="en-IN" smtClean="0"/>
              <a:pPr/>
              <a:t>17</a:t>
            </a:fld>
            <a:endParaRPr lang="en-IN"/>
          </a:p>
        </p:txBody>
      </p:sp>
      <p:pic>
        <p:nvPicPr>
          <p:cNvPr id="6" name="Picture 5">
            <a:extLst>
              <a:ext uri="{FF2B5EF4-FFF2-40B4-BE49-F238E27FC236}">
                <a16:creationId xmlns:a16="http://schemas.microsoft.com/office/drawing/2014/main" id="{92AAA5B6-C444-810C-E953-A16DE35570DC}"/>
              </a:ext>
            </a:extLst>
          </p:cNvPr>
          <p:cNvPicPr>
            <a:picLocks noChangeAspect="1"/>
          </p:cNvPicPr>
          <p:nvPr/>
        </p:nvPicPr>
        <p:blipFill>
          <a:blip r:embed="rId2"/>
          <a:stretch>
            <a:fillRect/>
          </a:stretch>
        </p:blipFill>
        <p:spPr>
          <a:xfrm>
            <a:off x="983432" y="836712"/>
            <a:ext cx="8596668" cy="5620296"/>
          </a:xfrm>
          <a:prstGeom prst="rect">
            <a:avLst/>
          </a:prstGeom>
        </p:spPr>
      </p:pic>
    </p:spTree>
    <p:extLst>
      <p:ext uri="{BB962C8B-B14F-4D97-AF65-F5344CB8AC3E}">
        <p14:creationId xmlns:p14="http://schemas.microsoft.com/office/powerpoint/2010/main" val="2202618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02E43-AB43-0D6A-FBAF-1CD4057AE3E3}"/>
              </a:ext>
            </a:extLst>
          </p:cNvPr>
          <p:cNvSpPr>
            <a:spLocks noGrp="1"/>
          </p:cNvSpPr>
          <p:nvPr>
            <p:ph type="title"/>
          </p:nvPr>
        </p:nvSpPr>
        <p:spPr>
          <a:xfrm>
            <a:off x="839416" y="188640"/>
            <a:ext cx="8596668" cy="1320800"/>
          </a:xfrm>
        </p:spPr>
        <p:txBody>
          <a:bodyPr/>
          <a:lstStyle/>
          <a:p>
            <a:r>
              <a:rPr lang="en-US" dirty="0"/>
              <a:t>DEPLOYMENT DIAGRAM</a:t>
            </a:r>
            <a:endParaRPr lang="en-IN" dirty="0"/>
          </a:p>
        </p:txBody>
      </p:sp>
      <p:sp>
        <p:nvSpPr>
          <p:cNvPr id="4" name="Slide Number Placeholder 3">
            <a:extLst>
              <a:ext uri="{FF2B5EF4-FFF2-40B4-BE49-F238E27FC236}">
                <a16:creationId xmlns:a16="http://schemas.microsoft.com/office/drawing/2014/main" id="{8527D593-1A31-26D3-EBDD-A20B3DB937E2}"/>
              </a:ext>
            </a:extLst>
          </p:cNvPr>
          <p:cNvSpPr>
            <a:spLocks noGrp="1"/>
          </p:cNvSpPr>
          <p:nvPr>
            <p:ph type="sldNum" sz="quarter" idx="12"/>
          </p:nvPr>
        </p:nvSpPr>
        <p:spPr/>
        <p:txBody>
          <a:bodyPr/>
          <a:lstStyle/>
          <a:p>
            <a:fld id="{47425395-6D31-4434-A469-DE29B855650C}" type="slidenum">
              <a:rPr lang="en-IN" smtClean="0"/>
              <a:pPr/>
              <a:t>18</a:t>
            </a:fld>
            <a:endParaRPr lang="en-IN"/>
          </a:p>
        </p:txBody>
      </p:sp>
      <p:pic>
        <p:nvPicPr>
          <p:cNvPr id="6" name="Picture 5">
            <a:extLst>
              <a:ext uri="{FF2B5EF4-FFF2-40B4-BE49-F238E27FC236}">
                <a16:creationId xmlns:a16="http://schemas.microsoft.com/office/drawing/2014/main" id="{BDD6508B-D9C1-15D3-99BD-9EB1FB9D1FAE}"/>
              </a:ext>
            </a:extLst>
          </p:cNvPr>
          <p:cNvPicPr>
            <a:picLocks noChangeAspect="1"/>
          </p:cNvPicPr>
          <p:nvPr/>
        </p:nvPicPr>
        <p:blipFill>
          <a:blip r:embed="rId2"/>
          <a:stretch>
            <a:fillRect/>
          </a:stretch>
        </p:blipFill>
        <p:spPr>
          <a:xfrm>
            <a:off x="1660815" y="1377913"/>
            <a:ext cx="7271517" cy="4896544"/>
          </a:xfrm>
          <a:prstGeom prst="rect">
            <a:avLst/>
          </a:prstGeom>
        </p:spPr>
      </p:pic>
    </p:spTree>
    <p:extLst>
      <p:ext uri="{BB962C8B-B14F-4D97-AF65-F5344CB8AC3E}">
        <p14:creationId xmlns:p14="http://schemas.microsoft.com/office/powerpoint/2010/main" val="1349609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931B7-48EC-55D2-AAE0-40DBD28ECF25}"/>
              </a:ext>
            </a:extLst>
          </p:cNvPr>
          <p:cNvSpPr>
            <a:spLocks noGrp="1"/>
          </p:cNvSpPr>
          <p:nvPr>
            <p:ph type="title"/>
          </p:nvPr>
        </p:nvSpPr>
        <p:spPr>
          <a:xfrm>
            <a:off x="667684" y="116632"/>
            <a:ext cx="8596668" cy="1320800"/>
          </a:xfrm>
        </p:spPr>
        <p:txBody>
          <a:bodyPr/>
          <a:lstStyle/>
          <a:p>
            <a:r>
              <a:rPr lang="en-US" dirty="0"/>
              <a:t>COMPONENET DIAGRAM</a:t>
            </a:r>
            <a:endParaRPr lang="en-IN" dirty="0"/>
          </a:p>
        </p:txBody>
      </p:sp>
      <p:sp>
        <p:nvSpPr>
          <p:cNvPr id="4" name="Slide Number Placeholder 3">
            <a:extLst>
              <a:ext uri="{FF2B5EF4-FFF2-40B4-BE49-F238E27FC236}">
                <a16:creationId xmlns:a16="http://schemas.microsoft.com/office/drawing/2014/main" id="{52765630-7E03-2C92-400F-5F3DFAED1723}"/>
              </a:ext>
            </a:extLst>
          </p:cNvPr>
          <p:cNvSpPr>
            <a:spLocks noGrp="1"/>
          </p:cNvSpPr>
          <p:nvPr>
            <p:ph type="sldNum" sz="quarter" idx="12"/>
          </p:nvPr>
        </p:nvSpPr>
        <p:spPr/>
        <p:txBody>
          <a:bodyPr/>
          <a:lstStyle/>
          <a:p>
            <a:fld id="{47425395-6D31-4434-A469-DE29B855650C}" type="slidenum">
              <a:rPr lang="en-IN" smtClean="0"/>
              <a:pPr/>
              <a:t>19</a:t>
            </a:fld>
            <a:endParaRPr lang="en-IN"/>
          </a:p>
        </p:txBody>
      </p:sp>
      <p:pic>
        <p:nvPicPr>
          <p:cNvPr id="6" name="Picture 5">
            <a:extLst>
              <a:ext uri="{FF2B5EF4-FFF2-40B4-BE49-F238E27FC236}">
                <a16:creationId xmlns:a16="http://schemas.microsoft.com/office/drawing/2014/main" id="{713D6701-0E09-C3C3-F7DF-B2644B50C93F}"/>
              </a:ext>
            </a:extLst>
          </p:cNvPr>
          <p:cNvPicPr>
            <a:picLocks noChangeAspect="1"/>
          </p:cNvPicPr>
          <p:nvPr/>
        </p:nvPicPr>
        <p:blipFill>
          <a:blip r:embed="rId2"/>
          <a:stretch>
            <a:fillRect/>
          </a:stretch>
        </p:blipFill>
        <p:spPr>
          <a:xfrm>
            <a:off x="1271464" y="548680"/>
            <a:ext cx="8352928" cy="5589240"/>
          </a:xfrm>
          <a:prstGeom prst="rect">
            <a:avLst/>
          </a:prstGeom>
        </p:spPr>
      </p:pic>
    </p:spTree>
    <p:extLst>
      <p:ext uri="{BB962C8B-B14F-4D97-AF65-F5344CB8AC3E}">
        <p14:creationId xmlns:p14="http://schemas.microsoft.com/office/powerpoint/2010/main" val="1180565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15BEB-F383-C2E7-7F96-BB1A1CBE6F54}"/>
              </a:ext>
            </a:extLst>
          </p:cNvPr>
          <p:cNvSpPr>
            <a:spLocks noGrp="1"/>
          </p:cNvSpPr>
          <p:nvPr>
            <p:ph type="title"/>
          </p:nvPr>
        </p:nvSpPr>
        <p:spPr/>
        <p:txBody>
          <a:bodyPr/>
          <a:lstStyle/>
          <a:p>
            <a:r>
              <a:rPr lang="en-US" dirty="0"/>
              <a:t>COLLABORATION DIAGRAM</a:t>
            </a:r>
            <a:endParaRPr lang="en-IN" dirty="0"/>
          </a:p>
        </p:txBody>
      </p:sp>
      <p:sp>
        <p:nvSpPr>
          <p:cNvPr id="4" name="Slide Number Placeholder 3">
            <a:extLst>
              <a:ext uri="{FF2B5EF4-FFF2-40B4-BE49-F238E27FC236}">
                <a16:creationId xmlns:a16="http://schemas.microsoft.com/office/drawing/2014/main" id="{E756E0DB-7F6A-DB91-131F-43C39B151677}"/>
              </a:ext>
            </a:extLst>
          </p:cNvPr>
          <p:cNvSpPr>
            <a:spLocks noGrp="1"/>
          </p:cNvSpPr>
          <p:nvPr>
            <p:ph type="sldNum" sz="quarter" idx="12"/>
          </p:nvPr>
        </p:nvSpPr>
        <p:spPr/>
        <p:txBody>
          <a:bodyPr/>
          <a:lstStyle/>
          <a:p>
            <a:fld id="{47425395-6D31-4434-A469-DE29B855650C}" type="slidenum">
              <a:rPr lang="en-IN" smtClean="0"/>
              <a:pPr/>
              <a:t>20</a:t>
            </a:fld>
            <a:endParaRPr lang="en-IN"/>
          </a:p>
        </p:txBody>
      </p:sp>
      <p:pic>
        <p:nvPicPr>
          <p:cNvPr id="6" name="Picture 5">
            <a:extLst>
              <a:ext uri="{FF2B5EF4-FFF2-40B4-BE49-F238E27FC236}">
                <a16:creationId xmlns:a16="http://schemas.microsoft.com/office/drawing/2014/main" id="{3FBF3FDC-89B2-5921-FF7C-BBC6EE97ACE4}"/>
              </a:ext>
            </a:extLst>
          </p:cNvPr>
          <p:cNvPicPr>
            <a:picLocks noChangeAspect="1"/>
          </p:cNvPicPr>
          <p:nvPr/>
        </p:nvPicPr>
        <p:blipFill>
          <a:blip r:embed="rId2"/>
          <a:stretch>
            <a:fillRect/>
          </a:stretch>
        </p:blipFill>
        <p:spPr>
          <a:xfrm>
            <a:off x="2063552" y="1066807"/>
            <a:ext cx="7848873" cy="5339680"/>
          </a:xfrm>
          <a:prstGeom prst="rect">
            <a:avLst/>
          </a:prstGeom>
        </p:spPr>
      </p:pic>
    </p:spTree>
    <p:extLst>
      <p:ext uri="{BB962C8B-B14F-4D97-AF65-F5344CB8AC3E}">
        <p14:creationId xmlns:p14="http://schemas.microsoft.com/office/powerpoint/2010/main" val="14520520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82355-3868-E943-2D91-6EFCA03E7E65}"/>
              </a:ext>
            </a:extLst>
          </p:cNvPr>
          <p:cNvSpPr>
            <a:spLocks noGrp="1"/>
          </p:cNvSpPr>
          <p:nvPr>
            <p:ph type="title"/>
          </p:nvPr>
        </p:nvSpPr>
        <p:spPr>
          <a:xfrm>
            <a:off x="677334" y="44624"/>
            <a:ext cx="8596668" cy="936104"/>
          </a:xfrm>
        </p:spPr>
        <p:txBody>
          <a:bodyPr/>
          <a:lstStyle/>
          <a:p>
            <a:r>
              <a:rPr lang="en-US" b="1" i="1" dirty="0"/>
              <a:t>                       Gestures</a:t>
            </a:r>
            <a:endParaRPr lang="en-IN" b="1" i="1" dirty="0"/>
          </a:p>
        </p:txBody>
      </p:sp>
      <p:sp>
        <p:nvSpPr>
          <p:cNvPr id="4" name="Slide Number Placeholder 3">
            <a:extLst>
              <a:ext uri="{FF2B5EF4-FFF2-40B4-BE49-F238E27FC236}">
                <a16:creationId xmlns:a16="http://schemas.microsoft.com/office/drawing/2014/main" id="{936F8269-7148-AA2C-D804-A6E1AFAC2A04}"/>
              </a:ext>
            </a:extLst>
          </p:cNvPr>
          <p:cNvSpPr>
            <a:spLocks noGrp="1"/>
          </p:cNvSpPr>
          <p:nvPr>
            <p:ph type="sldNum" sz="quarter" idx="12"/>
          </p:nvPr>
        </p:nvSpPr>
        <p:spPr/>
        <p:txBody>
          <a:bodyPr/>
          <a:lstStyle/>
          <a:p>
            <a:fld id="{47425395-6D31-4434-A469-DE29B855650C}" type="slidenum">
              <a:rPr lang="en-IN" smtClean="0"/>
              <a:pPr/>
              <a:t>21</a:t>
            </a:fld>
            <a:endParaRPr lang="en-IN"/>
          </a:p>
        </p:txBody>
      </p:sp>
      <p:pic>
        <p:nvPicPr>
          <p:cNvPr id="6" name="Picture 5">
            <a:extLst>
              <a:ext uri="{FF2B5EF4-FFF2-40B4-BE49-F238E27FC236}">
                <a16:creationId xmlns:a16="http://schemas.microsoft.com/office/drawing/2014/main" id="{95111BF0-61D3-DB89-A94F-DF43C9E9B3FA}"/>
              </a:ext>
            </a:extLst>
          </p:cNvPr>
          <p:cNvPicPr>
            <a:picLocks noChangeAspect="1"/>
          </p:cNvPicPr>
          <p:nvPr/>
        </p:nvPicPr>
        <p:blipFill>
          <a:blip r:embed="rId2"/>
          <a:stretch>
            <a:fillRect/>
          </a:stretch>
        </p:blipFill>
        <p:spPr>
          <a:xfrm>
            <a:off x="2063552" y="836712"/>
            <a:ext cx="6509064" cy="5751682"/>
          </a:xfrm>
          <a:prstGeom prst="rect">
            <a:avLst/>
          </a:prstGeom>
        </p:spPr>
      </p:pic>
    </p:spTree>
    <p:extLst>
      <p:ext uri="{BB962C8B-B14F-4D97-AF65-F5344CB8AC3E}">
        <p14:creationId xmlns:p14="http://schemas.microsoft.com/office/powerpoint/2010/main" val="21616483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89268-7A8F-ABB5-8ADE-8AFDF1A05D5D}"/>
              </a:ext>
            </a:extLst>
          </p:cNvPr>
          <p:cNvSpPr>
            <a:spLocks noGrp="1"/>
          </p:cNvSpPr>
          <p:nvPr>
            <p:ph type="title"/>
          </p:nvPr>
        </p:nvSpPr>
        <p:spPr>
          <a:xfrm>
            <a:off x="695400" y="548680"/>
            <a:ext cx="8596668" cy="864096"/>
          </a:xfrm>
        </p:spPr>
        <p:txBody>
          <a:bodyPr>
            <a:normAutofit fontScale="90000"/>
          </a:bodyPr>
          <a:lstStyle/>
          <a:p>
            <a:r>
              <a:rPr lang="en-IN" b="1" i="1" dirty="0">
                <a:solidFill>
                  <a:srgbClr val="92D050"/>
                </a:solidFill>
                <a:latin typeface="Times New Roman" panose="02020603050405020304" pitchFamily="18" charset="0"/>
                <a:ea typeface="Times New Roman" panose="02020603050405020304" pitchFamily="18" charset="0"/>
              </a:rPr>
              <a:t>                                Testing </a:t>
            </a:r>
            <a:br>
              <a:rPr lang="en-IN" sz="2800" b="1" i="1" dirty="0">
                <a:solidFill>
                  <a:srgbClr val="92D050"/>
                </a:solidFill>
                <a:latin typeface="Times New Roman" panose="02020603050405020304" pitchFamily="18" charset="0"/>
                <a:ea typeface="Times New Roman" panose="02020603050405020304" pitchFamily="18" charset="0"/>
              </a:rPr>
            </a:br>
            <a:endParaRPr lang="en-IN" b="1" i="1" dirty="0">
              <a:solidFill>
                <a:srgbClr val="92D050"/>
              </a:solidFill>
            </a:endParaRPr>
          </a:p>
        </p:txBody>
      </p:sp>
      <p:sp>
        <p:nvSpPr>
          <p:cNvPr id="4" name="Slide Number Placeholder 3">
            <a:extLst>
              <a:ext uri="{FF2B5EF4-FFF2-40B4-BE49-F238E27FC236}">
                <a16:creationId xmlns:a16="http://schemas.microsoft.com/office/drawing/2014/main" id="{F91FE0C7-AB4C-26B7-8748-99194D31C880}"/>
              </a:ext>
            </a:extLst>
          </p:cNvPr>
          <p:cNvSpPr>
            <a:spLocks noGrp="1"/>
          </p:cNvSpPr>
          <p:nvPr>
            <p:ph type="sldNum" sz="quarter" idx="12"/>
          </p:nvPr>
        </p:nvSpPr>
        <p:spPr/>
        <p:txBody>
          <a:bodyPr/>
          <a:lstStyle/>
          <a:p>
            <a:fld id="{47425395-6D31-4434-A469-DE29B855650C}" type="slidenum">
              <a:rPr lang="en-IN" smtClean="0"/>
              <a:pPr/>
              <a:t>22</a:t>
            </a:fld>
            <a:endParaRPr lang="en-IN"/>
          </a:p>
        </p:txBody>
      </p:sp>
      <p:sp>
        <p:nvSpPr>
          <p:cNvPr id="6" name="TextBox 5">
            <a:extLst>
              <a:ext uri="{FF2B5EF4-FFF2-40B4-BE49-F238E27FC236}">
                <a16:creationId xmlns:a16="http://schemas.microsoft.com/office/drawing/2014/main" id="{10E359EF-2010-114B-FC5B-77A68D0ABDC0}"/>
              </a:ext>
            </a:extLst>
          </p:cNvPr>
          <p:cNvSpPr txBox="1"/>
          <p:nvPr/>
        </p:nvSpPr>
        <p:spPr>
          <a:xfrm>
            <a:off x="623392" y="1484784"/>
            <a:ext cx="8208912" cy="4197367"/>
          </a:xfrm>
          <a:prstGeom prst="rect">
            <a:avLst/>
          </a:prstGeom>
          <a:noFill/>
        </p:spPr>
        <p:txBody>
          <a:bodyPr wrap="square">
            <a:spAutoFit/>
          </a:bodyPr>
          <a:lstStyle/>
          <a:p>
            <a:pPr marL="300355" marR="52070" indent="-6350" algn="just">
              <a:lnSpc>
                <a:spcPct val="150000"/>
              </a:lnSpc>
              <a:spcAft>
                <a:spcPts val="70"/>
              </a:spcAft>
              <a:buNone/>
            </a:pPr>
            <a:r>
              <a:rPr lang="en-IN" sz="1800" dirty="0">
                <a:solidFill>
                  <a:srgbClr val="000000"/>
                </a:solidFill>
                <a:effectLst/>
                <a:latin typeface="Times New Roman" panose="02020603050405020304" pitchFamily="18" charset="0"/>
                <a:ea typeface="Times New Roman" panose="02020603050405020304" pitchFamily="18" charset="0"/>
              </a:rPr>
              <a:t>Testing for the </a:t>
            </a:r>
            <a:r>
              <a:rPr lang="en-IN" sz="1800" b="1" dirty="0">
                <a:solidFill>
                  <a:srgbClr val="000000"/>
                </a:solidFill>
                <a:effectLst/>
                <a:latin typeface="Times New Roman" panose="02020603050405020304" pitchFamily="18" charset="0"/>
                <a:ea typeface="Times New Roman" panose="02020603050405020304" pitchFamily="18" charset="0"/>
              </a:rPr>
              <a:t>Hand Gesture Mouse </a:t>
            </a:r>
            <a:r>
              <a:rPr lang="en-IN" sz="1800" dirty="0">
                <a:solidFill>
                  <a:srgbClr val="000000"/>
                </a:solidFill>
                <a:effectLst/>
                <a:latin typeface="Times New Roman" panose="02020603050405020304" pitchFamily="18" charset="0"/>
                <a:ea typeface="Times New Roman" panose="02020603050405020304" pitchFamily="18" charset="0"/>
              </a:rPr>
              <a:t> project aims to ensure the software meets the specified Human-Computer Interaction (HCI) requirements, performs with high precision, and delivers a stable user experience. It involves a systematic process of evaluating the system to identify defects, such as landmark jitter, gesture misclassification, or system-level command latency. Through various testing methods, including unit testing, integration testing, system testing, and acceptance testing, the developer can validate the software's gesture accuracy, real-time performance, and cross-platform usability. By identifying and addressing issues like "cursor flickering" early in the development lifecycle, testing helps improve software stability and increase user satisfaction for touchless computing.</a:t>
            </a:r>
            <a:endParaRPr lang="en-IN" dirty="0"/>
          </a:p>
        </p:txBody>
      </p:sp>
    </p:spTree>
    <p:extLst>
      <p:ext uri="{BB962C8B-B14F-4D97-AF65-F5344CB8AC3E}">
        <p14:creationId xmlns:p14="http://schemas.microsoft.com/office/powerpoint/2010/main" val="38425794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87CA0-AA95-E4F5-661B-0EEF107535A5}"/>
              </a:ext>
            </a:extLst>
          </p:cNvPr>
          <p:cNvSpPr>
            <a:spLocks noGrp="1"/>
          </p:cNvSpPr>
          <p:nvPr>
            <p:ph type="title"/>
          </p:nvPr>
        </p:nvSpPr>
        <p:spPr/>
        <p:txBody>
          <a:bodyPr/>
          <a:lstStyle/>
          <a:p>
            <a:r>
              <a:rPr lang="en-US" b="1" i="1" dirty="0"/>
              <a:t>                 Types of Testing</a:t>
            </a:r>
            <a:endParaRPr lang="en-IN" b="1" i="1" dirty="0"/>
          </a:p>
        </p:txBody>
      </p:sp>
      <p:sp>
        <p:nvSpPr>
          <p:cNvPr id="4" name="Slide Number Placeholder 3">
            <a:extLst>
              <a:ext uri="{FF2B5EF4-FFF2-40B4-BE49-F238E27FC236}">
                <a16:creationId xmlns:a16="http://schemas.microsoft.com/office/drawing/2014/main" id="{52556F16-4CF6-E86C-7AA3-DAB99B103EB3}"/>
              </a:ext>
            </a:extLst>
          </p:cNvPr>
          <p:cNvSpPr>
            <a:spLocks noGrp="1"/>
          </p:cNvSpPr>
          <p:nvPr>
            <p:ph type="sldNum" sz="quarter" idx="12"/>
          </p:nvPr>
        </p:nvSpPr>
        <p:spPr/>
        <p:txBody>
          <a:bodyPr/>
          <a:lstStyle/>
          <a:p>
            <a:fld id="{47425395-6D31-4434-A469-DE29B855650C}" type="slidenum">
              <a:rPr lang="en-IN" smtClean="0"/>
              <a:pPr/>
              <a:t>23</a:t>
            </a:fld>
            <a:endParaRPr lang="en-IN"/>
          </a:p>
        </p:txBody>
      </p:sp>
      <p:sp>
        <p:nvSpPr>
          <p:cNvPr id="7" name="Rectangle 1">
            <a:extLst>
              <a:ext uri="{FF2B5EF4-FFF2-40B4-BE49-F238E27FC236}">
                <a16:creationId xmlns:a16="http://schemas.microsoft.com/office/drawing/2014/main" id="{DE847F21-421C-A50E-DD69-3D80AD5BEDFB}"/>
              </a:ext>
            </a:extLst>
          </p:cNvPr>
          <p:cNvSpPr>
            <a:spLocks noChangeArrowheads="1"/>
          </p:cNvSpPr>
          <p:nvPr/>
        </p:nvSpPr>
        <p:spPr bwMode="auto">
          <a:xfrm>
            <a:off x="168696" y="1621974"/>
            <a:ext cx="9637895" cy="4478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Unit Testing</a:t>
            </a: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Google Sans Text"/>
              </a:rPr>
              <a:t>     Focus:</a:t>
            </a:r>
            <a:r>
              <a:rPr kumimoji="0" lang="en-US" altLang="en-US" sz="1800" b="0" i="0" u="none" strike="noStrike" cap="none" normalizeH="0" baseline="0" dirty="0">
                <a:ln>
                  <a:noFill/>
                </a:ln>
                <a:solidFill>
                  <a:schemeClr val="tx1"/>
                </a:solidFill>
                <a:effectLst/>
                <a:latin typeface="Google Sans Text"/>
              </a:rPr>
              <a:t> Individual logic components (e.g., Euclidean math, landmark extraction).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Google Sans Text"/>
              </a:rPr>
              <a:t>     Goal:</a:t>
            </a:r>
            <a:r>
              <a:rPr kumimoji="0" lang="en-US" altLang="en-US" sz="1800" b="0" i="0" u="none" strike="noStrike" cap="none" normalizeH="0" baseline="0" dirty="0">
                <a:ln>
                  <a:noFill/>
                </a:ln>
                <a:solidFill>
                  <a:schemeClr val="tx1"/>
                </a:solidFill>
                <a:effectLst/>
                <a:latin typeface="Google Sans Text"/>
              </a:rPr>
              <a:t> Catch bugs in gesture logic early by isolating mathematical units.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Integration Testing</a:t>
            </a: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Google Sans Text"/>
              </a:rPr>
              <a:t>      Focus:</a:t>
            </a:r>
            <a:r>
              <a:rPr kumimoji="0" lang="en-US" altLang="en-US" sz="1800" b="0" i="0" u="none" strike="noStrike" cap="none" normalizeH="0" baseline="0" dirty="0">
                <a:ln>
                  <a:noFill/>
                </a:ln>
                <a:solidFill>
                  <a:schemeClr val="tx1"/>
                </a:solidFill>
                <a:effectLst/>
                <a:latin typeface="Google Sans Text"/>
              </a:rPr>
              <a:t> Module handovers (e.g., </a:t>
            </a:r>
            <a:r>
              <a:rPr kumimoji="0" lang="en-US" altLang="en-US" sz="1800" b="0" i="0" u="none" strike="noStrike" cap="none" normalizeH="0" baseline="0" dirty="0" err="1">
                <a:ln>
                  <a:noFill/>
                </a:ln>
                <a:solidFill>
                  <a:schemeClr val="tx1"/>
                </a:solidFill>
                <a:effectLst/>
                <a:latin typeface="Google Sans Text"/>
              </a:rPr>
              <a:t>MediaPipe</a:t>
            </a:r>
            <a:r>
              <a:rPr kumimoji="0" lang="en-US" altLang="en-US" sz="1800" b="0" i="0" u="none" strike="noStrike" cap="none" normalizeH="0" baseline="0" dirty="0">
                <a:ln>
                  <a:noFill/>
                </a:ln>
                <a:solidFill>
                  <a:schemeClr val="tx1"/>
                </a:solidFill>
                <a:effectLst/>
                <a:latin typeface="Google Sans Text"/>
              </a:rPr>
              <a:t> data to Gesture Controller).</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Google Sans Text"/>
              </a:rPr>
              <a:t>      Goal:</a:t>
            </a:r>
            <a:r>
              <a:rPr kumimoji="0" lang="en-US" altLang="en-US" sz="1800" b="0" i="0" u="none" strike="noStrike" cap="none" normalizeH="0" baseline="0" dirty="0">
                <a:ln>
                  <a:noFill/>
                </a:ln>
                <a:solidFill>
                  <a:schemeClr val="tx1"/>
                </a:solidFill>
                <a:effectLst/>
                <a:latin typeface="Google Sans Text"/>
              </a:rPr>
              <a:t> Ensure seamless data flow between image processing and OS execution.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System Testing</a:t>
            </a: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Google Sans Text"/>
              </a:rPr>
              <a:t>      Focus:</a:t>
            </a:r>
            <a:r>
              <a:rPr kumimoji="0" lang="en-US" altLang="en-US" sz="1800" b="0" i="0" u="none" strike="noStrike" cap="none" normalizeH="0" baseline="0" dirty="0">
                <a:ln>
                  <a:noFill/>
                </a:ln>
                <a:solidFill>
                  <a:schemeClr val="tx1"/>
                </a:solidFill>
                <a:effectLst/>
                <a:latin typeface="Google Sans Text"/>
              </a:rPr>
              <a:t> End-to-end workflow (Webcam $\</a:t>
            </a:r>
            <a:r>
              <a:rPr kumimoji="0" lang="en-US" altLang="en-US" sz="1800" b="0" i="0" u="none" strike="noStrike" cap="none" normalizeH="0" baseline="0" dirty="0" err="1">
                <a:ln>
                  <a:noFill/>
                </a:ln>
                <a:solidFill>
                  <a:schemeClr val="tx1"/>
                </a:solidFill>
                <a:effectLst/>
                <a:latin typeface="Google Sans Text"/>
              </a:rPr>
              <a:t>rightarrow</a:t>
            </a:r>
            <a:r>
              <a:rPr kumimoji="0" lang="en-US" altLang="en-US" sz="1800" b="0" i="0" u="none" strike="noStrike" cap="none" normalizeH="0" baseline="0" dirty="0">
                <a:ln>
                  <a:noFill/>
                </a:ln>
                <a:solidFill>
                  <a:schemeClr val="tx1"/>
                </a:solidFill>
                <a:effectLst/>
                <a:latin typeface="Google Sans Text"/>
              </a:rPr>
              <a:t>$ AI Model $\</a:t>
            </a:r>
            <a:r>
              <a:rPr kumimoji="0" lang="en-US" altLang="en-US" sz="1800" b="0" i="0" u="none" strike="noStrike" cap="none" normalizeH="0" baseline="0" dirty="0" err="1">
                <a:ln>
                  <a:noFill/>
                </a:ln>
                <a:solidFill>
                  <a:schemeClr val="tx1"/>
                </a:solidFill>
                <a:effectLst/>
                <a:latin typeface="Google Sans Text"/>
              </a:rPr>
              <a:t>rightarrow</a:t>
            </a:r>
            <a:r>
              <a:rPr kumimoji="0" lang="en-US" altLang="en-US" sz="1800" b="0" i="0" u="none" strike="noStrike" cap="none" normalizeH="0" baseline="0" dirty="0">
                <a:ln>
                  <a:noFill/>
                </a:ln>
                <a:solidFill>
                  <a:schemeClr val="tx1"/>
                </a:solidFill>
                <a:effectLst/>
                <a:latin typeface="Google Sans Text"/>
              </a:rPr>
              <a:t>$ Mouse Movement).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Google Sans Text"/>
              </a:rPr>
              <a:t>      Goal:</a:t>
            </a:r>
            <a:r>
              <a:rPr kumimoji="0" lang="en-US" altLang="en-US" sz="1800" b="0" i="0" u="none" strike="noStrike" cap="none" normalizeH="0" baseline="0" dirty="0">
                <a:ln>
                  <a:noFill/>
                </a:ln>
                <a:solidFill>
                  <a:schemeClr val="tx1"/>
                </a:solidFill>
                <a:effectLst/>
                <a:latin typeface="Google Sans Text"/>
              </a:rPr>
              <a:t> Verify total system stability and accuracy during live operation.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Acceptance Testing</a:t>
            </a: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Google Sans Text"/>
              </a:rPr>
              <a:t>        Focus:</a:t>
            </a:r>
            <a:r>
              <a:rPr kumimoji="0" lang="en-US" altLang="en-US" sz="1800" b="0" i="0" u="none" strike="noStrike" cap="none" normalizeH="0" baseline="0" dirty="0">
                <a:ln>
                  <a:noFill/>
                </a:ln>
                <a:solidFill>
                  <a:schemeClr val="tx1"/>
                </a:solidFill>
                <a:effectLst/>
                <a:latin typeface="Google Sans Text"/>
              </a:rPr>
              <a:t> End-user experience (e.g., sensitivity for presenters/accessibility).</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Google Sans Text"/>
              </a:rPr>
              <a:t>        Goal:</a:t>
            </a:r>
            <a:r>
              <a:rPr kumimoji="0" lang="en-US" altLang="en-US" sz="1800" b="0" i="0" u="none" strike="noStrike" cap="none" normalizeH="0" baseline="0" dirty="0">
                <a:ln>
                  <a:noFill/>
                </a:ln>
                <a:solidFill>
                  <a:schemeClr val="tx1"/>
                </a:solidFill>
                <a:effectLst/>
                <a:latin typeface="Google Sans Text"/>
              </a:rPr>
              <a:t> Validate real-world usability and performance across various lighting conditions.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Performance Testing</a:t>
            </a: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Google Sans Text"/>
              </a:rPr>
              <a:t>        Focus:</a:t>
            </a:r>
            <a:r>
              <a:rPr kumimoji="0" lang="en-US" altLang="en-US" sz="1800" b="0" i="0" u="none" strike="noStrike" cap="none" normalizeH="0" baseline="0" dirty="0">
                <a:ln>
                  <a:noFill/>
                </a:ln>
                <a:solidFill>
                  <a:schemeClr val="tx1"/>
                </a:solidFill>
                <a:effectLst/>
                <a:latin typeface="Google Sans Text"/>
              </a:rPr>
              <a:t> Hardware workload and Frame Rate (FPS) stability.</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Google Sans Text"/>
              </a:rPr>
              <a:t>        Goal:</a:t>
            </a:r>
            <a:r>
              <a:rPr kumimoji="0" lang="en-US" altLang="en-US" sz="1800" b="0" i="0" u="none" strike="noStrike" cap="none" normalizeH="0" baseline="0" dirty="0">
                <a:ln>
                  <a:noFill/>
                </a:ln>
                <a:solidFill>
                  <a:schemeClr val="tx1"/>
                </a:solidFill>
                <a:effectLst/>
                <a:latin typeface="Google Sans Text"/>
              </a:rPr>
              <a:t> Eliminate lag, "coordinate jumping," and high CPU crashes during 3D processing.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434022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83E00-9050-16D7-1C65-9D4F22217761}"/>
              </a:ext>
            </a:extLst>
          </p:cNvPr>
          <p:cNvSpPr>
            <a:spLocks noGrp="1"/>
          </p:cNvSpPr>
          <p:nvPr>
            <p:ph type="title"/>
          </p:nvPr>
        </p:nvSpPr>
        <p:spPr>
          <a:xfrm>
            <a:off x="335360" y="91976"/>
            <a:ext cx="8596668" cy="1320800"/>
          </a:xfrm>
        </p:spPr>
        <p:txBody>
          <a:bodyPr/>
          <a:lstStyle/>
          <a:p>
            <a:r>
              <a:rPr lang="en-US" dirty="0"/>
              <a:t>TESTING </a:t>
            </a:r>
            <a:br>
              <a:rPr lang="en-US" dirty="0"/>
            </a:br>
            <a:r>
              <a:rPr lang="en-US" dirty="0"/>
              <a:t>OUTPUTS: ---</a:t>
            </a:r>
            <a:endParaRPr lang="en-IN" dirty="0"/>
          </a:p>
        </p:txBody>
      </p:sp>
      <p:sp>
        <p:nvSpPr>
          <p:cNvPr id="3" name="Footer Placeholder 2">
            <a:extLst>
              <a:ext uri="{FF2B5EF4-FFF2-40B4-BE49-F238E27FC236}">
                <a16:creationId xmlns:a16="http://schemas.microsoft.com/office/drawing/2014/main" id="{B1B8530E-BE07-74A3-B7EF-B009A3A35654}"/>
              </a:ext>
            </a:extLst>
          </p:cNvPr>
          <p:cNvSpPr>
            <a:spLocks noGrp="1"/>
          </p:cNvSpPr>
          <p:nvPr>
            <p:ph type="ftr" sz="quarter" idx="11"/>
          </p:nvPr>
        </p:nvSpPr>
        <p:spPr/>
        <p:txBody>
          <a:bodyPr/>
          <a:lstStyle/>
          <a:p>
            <a:r>
              <a:rPr lang="en-US" sz="3200" b="1" i="1" dirty="0"/>
              <a:t>Hand Detection </a:t>
            </a:r>
            <a:endParaRPr lang="en-IN" sz="3200" b="1" i="1" dirty="0"/>
          </a:p>
        </p:txBody>
      </p:sp>
      <p:sp>
        <p:nvSpPr>
          <p:cNvPr id="4" name="Slide Number Placeholder 3">
            <a:extLst>
              <a:ext uri="{FF2B5EF4-FFF2-40B4-BE49-F238E27FC236}">
                <a16:creationId xmlns:a16="http://schemas.microsoft.com/office/drawing/2014/main" id="{2D9E1515-CF5F-9D4C-6011-AFC43B7E08F7}"/>
              </a:ext>
            </a:extLst>
          </p:cNvPr>
          <p:cNvSpPr>
            <a:spLocks noGrp="1"/>
          </p:cNvSpPr>
          <p:nvPr>
            <p:ph type="sldNum" sz="quarter" idx="12"/>
          </p:nvPr>
        </p:nvSpPr>
        <p:spPr/>
        <p:txBody>
          <a:bodyPr/>
          <a:lstStyle/>
          <a:p>
            <a:fld id="{47425395-6D31-4434-A469-DE29B855650C}" type="slidenum">
              <a:rPr lang="en-IN" smtClean="0"/>
              <a:pPr/>
              <a:t>24</a:t>
            </a:fld>
            <a:endParaRPr lang="en-IN"/>
          </a:p>
        </p:txBody>
      </p:sp>
      <p:pic>
        <p:nvPicPr>
          <p:cNvPr id="5" name="Picture 4">
            <a:extLst>
              <a:ext uri="{FF2B5EF4-FFF2-40B4-BE49-F238E27FC236}">
                <a16:creationId xmlns:a16="http://schemas.microsoft.com/office/drawing/2014/main" id="{EEF636EF-26D7-1504-E20C-1DC3994A3DC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3432" y="1196752"/>
            <a:ext cx="8168652" cy="4715323"/>
          </a:xfrm>
          <a:prstGeom prst="rect">
            <a:avLst/>
          </a:prstGeom>
          <a:noFill/>
          <a:ln>
            <a:noFill/>
          </a:ln>
        </p:spPr>
      </p:pic>
    </p:spTree>
    <p:extLst>
      <p:ext uri="{BB962C8B-B14F-4D97-AF65-F5344CB8AC3E}">
        <p14:creationId xmlns:p14="http://schemas.microsoft.com/office/powerpoint/2010/main" val="42611142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3D2DE0C-BF15-8E7C-EAB3-BB0628CF21D9}"/>
              </a:ext>
            </a:extLst>
          </p:cNvPr>
          <p:cNvSpPr>
            <a:spLocks noGrp="1"/>
          </p:cNvSpPr>
          <p:nvPr>
            <p:ph type="ftr" sz="quarter" idx="11"/>
          </p:nvPr>
        </p:nvSpPr>
        <p:spPr/>
        <p:txBody>
          <a:bodyPr/>
          <a:lstStyle/>
          <a:p>
            <a:r>
              <a:rPr lang="en-US" sz="3200" b="1" i="1" dirty="0"/>
              <a:t>Smartboard Toggle</a:t>
            </a:r>
            <a:endParaRPr lang="en-IN" sz="3200" b="1" i="1" dirty="0"/>
          </a:p>
        </p:txBody>
      </p:sp>
      <p:sp>
        <p:nvSpPr>
          <p:cNvPr id="4" name="Slide Number Placeholder 3">
            <a:extLst>
              <a:ext uri="{FF2B5EF4-FFF2-40B4-BE49-F238E27FC236}">
                <a16:creationId xmlns:a16="http://schemas.microsoft.com/office/drawing/2014/main" id="{6C834F10-F6D3-0A12-B6E0-32F55E1662BC}"/>
              </a:ext>
            </a:extLst>
          </p:cNvPr>
          <p:cNvSpPr>
            <a:spLocks noGrp="1"/>
          </p:cNvSpPr>
          <p:nvPr>
            <p:ph type="sldNum" sz="quarter" idx="12"/>
          </p:nvPr>
        </p:nvSpPr>
        <p:spPr/>
        <p:txBody>
          <a:bodyPr/>
          <a:lstStyle/>
          <a:p>
            <a:fld id="{47425395-6D31-4434-A469-DE29B855650C}" type="slidenum">
              <a:rPr lang="en-IN" smtClean="0"/>
              <a:pPr/>
              <a:t>25</a:t>
            </a:fld>
            <a:endParaRPr lang="en-IN"/>
          </a:p>
        </p:txBody>
      </p:sp>
      <p:pic>
        <p:nvPicPr>
          <p:cNvPr id="6" name="Picture 5">
            <a:extLst>
              <a:ext uri="{FF2B5EF4-FFF2-40B4-BE49-F238E27FC236}">
                <a16:creationId xmlns:a16="http://schemas.microsoft.com/office/drawing/2014/main" id="{A6761D5F-7CB9-F338-0E28-7A7324DB2D0D}"/>
              </a:ext>
            </a:extLst>
          </p:cNvPr>
          <p:cNvPicPr>
            <a:picLocks noChangeAspect="1"/>
          </p:cNvPicPr>
          <p:nvPr/>
        </p:nvPicPr>
        <p:blipFill>
          <a:blip r:embed="rId2"/>
          <a:stretch>
            <a:fillRect/>
          </a:stretch>
        </p:blipFill>
        <p:spPr>
          <a:xfrm>
            <a:off x="191344" y="332656"/>
            <a:ext cx="10303309" cy="5327677"/>
          </a:xfrm>
          <a:prstGeom prst="rect">
            <a:avLst/>
          </a:prstGeom>
        </p:spPr>
      </p:pic>
    </p:spTree>
    <p:extLst>
      <p:ext uri="{BB962C8B-B14F-4D97-AF65-F5344CB8AC3E}">
        <p14:creationId xmlns:p14="http://schemas.microsoft.com/office/powerpoint/2010/main" val="25818079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7E3849-5AD8-2153-616D-58D82DA23513}"/>
              </a:ext>
            </a:extLst>
          </p:cNvPr>
          <p:cNvSpPr>
            <a:spLocks noGrp="1"/>
          </p:cNvSpPr>
          <p:nvPr>
            <p:ph type="ftr" sz="quarter" idx="11"/>
          </p:nvPr>
        </p:nvSpPr>
        <p:spPr/>
        <p:txBody>
          <a:bodyPr/>
          <a:lstStyle/>
          <a:p>
            <a:r>
              <a:rPr lang="en-US" sz="3200" b="1" i="1" dirty="0"/>
              <a:t>Settings Gesture Trigger</a:t>
            </a:r>
            <a:endParaRPr lang="en-IN" sz="3200" b="1" i="1" dirty="0"/>
          </a:p>
        </p:txBody>
      </p:sp>
      <p:sp>
        <p:nvSpPr>
          <p:cNvPr id="4" name="Slide Number Placeholder 3">
            <a:extLst>
              <a:ext uri="{FF2B5EF4-FFF2-40B4-BE49-F238E27FC236}">
                <a16:creationId xmlns:a16="http://schemas.microsoft.com/office/drawing/2014/main" id="{153F974F-8D1D-03D5-EDCB-C46AB109562C}"/>
              </a:ext>
            </a:extLst>
          </p:cNvPr>
          <p:cNvSpPr>
            <a:spLocks noGrp="1"/>
          </p:cNvSpPr>
          <p:nvPr>
            <p:ph type="sldNum" sz="quarter" idx="12"/>
          </p:nvPr>
        </p:nvSpPr>
        <p:spPr/>
        <p:txBody>
          <a:bodyPr/>
          <a:lstStyle/>
          <a:p>
            <a:fld id="{47425395-6D31-4434-A469-DE29B855650C}" type="slidenum">
              <a:rPr lang="en-IN" smtClean="0"/>
              <a:pPr/>
              <a:t>26</a:t>
            </a:fld>
            <a:endParaRPr lang="en-IN"/>
          </a:p>
        </p:txBody>
      </p:sp>
      <p:pic>
        <p:nvPicPr>
          <p:cNvPr id="5" name="Picture 4">
            <a:extLst>
              <a:ext uri="{FF2B5EF4-FFF2-40B4-BE49-F238E27FC236}">
                <a16:creationId xmlns:a16="http://schemas.microsoft.com/office/drawing/2014/main" id="{86CDD136-AED0-2FF6-4AA4-23E2BAC588B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7408" y="1052736"/>
            <a:ext cx="9193415" cy="4752528"/>
          </a:xfrm>
          <a:prstGeom prst="rect">
            <a:avLst/>
          </a:prstGeom>
          <a:noFill/>
          <a:ln>
            <a:noFill/>
          </a:ln>
        </p:spPr>
      </p:pic>
      <p:sp>
        <p:nvSpPr>
          <p:cNvPr id="6" name="Arrow: Left 5">
            <a:extLst>
              <a:ext uri="{FF2B5EF4-FFF2-40B4-BE49-F238E27FC236}">
                <a16:creationId xmlns:a16="http://schemas.microsoft.com/office/drawing/2014/main" id="{A7629558-1A28-1900-536B-F637F780F9F7}"/>
              </a:ext>
            </a:extLst>
          </p:cNvPr>
          <p:cNvSpPr/>
          <p:nvPr/>
        </p:nvSpPr>
        <p:spPr>
          <a:xfrm rot="20452601">
            <a:off x="7035388" y="1417154"/>
            <a:ext cx="2073382" cy="71825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431099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7A20903-0A47-E541-9F85-435AA50B346F}"/>
              </a:ext>
            </a:extLst>
          </p:cNvPr>
          <p:cNvSpPr>
            <a:spLocks noGrp="1"/>
          </p:cNvSpPr>
          <p:nvPr>
            <p:ph type="ftr" sz="quarter" idx="11"/>
          </p:nvPr>
        </p:nvSpPr>
        <p:spPr/>
        <p:txBody>
          <a:bodyPr/>
          <a:lstStyle/>
          <a:p>
            <a:r>
              <a:rPr lang="en-US" sz="3200" b="1" i="1" dirty="0"/>
              <a:t>Screenshot Gesture Trigger</a:t>
            </a:r>
            <a:endParaRPr lang="en-IN" sz="3200" b="1" i="1" dirty="0"/>
          </a:p>
        </p:txBody>
      </p:sp>
      <p:sp>
        <p:nvSpPr>
          <p:cNvPr id="4" name="Slide Number Placeholder 3">
            <a:extLst>
              <a:ext uri="{FF2B5EF4-FFF2-40B4-BE49-F238E27FC236}">
                <a16:creationId xmlns:a16="http://schemas.microsoft.com/office/drawing/2014/main" id="{42D5D480-36AF-FE11-C65D-225232BEE1A2}"/>
              </a:ext>
            </a:extLst>
          </p:cNvPr>
          <p:cNvSpPr>
            <a:spLocks noGrp="1"/>
          </p:cNvSpPr>
          <p:nvPr>
            <p:ph type="sldNum" sz="quarter" idx="12"/>
          </p:nvPr>
        </p:nvSpPr>
        <p:spPr/>
        <p:txBody>
          <a:bodyPr/>
          <a:lstStyle/>
          <a:p>
            <a:fld id="{47425395-6D31-4434-A469-DE29B855650C}" type="slidenum">
              <a:rPr lang="en-IN" smtClean="0"/>
              <a:pPr/>
              <a:t>27</a:t>
            </a:fld>
            <a:endParaRPr lang="en-IN"/>
          </a:p>
        </p:txBody>
      </p:sp>
      <p:pic>
        <p:nvPicPr>
          <p:cNvPr id="5" name="Picture 4">
            <a:extLst>
              <a:ext uri="{FF2B5EF4-FFF2-40B4-BE49-F238E27FC236}">
                <a16:creationId xmlns:a16="http://schemas.microsoft.com/office/drawing/2014/main" id="{5967F5B3-91DD-C735-53BD-69CEC2BA1B1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7368" y="764704"/>
            <a:ext cx="8944667" cy="4832580"/>
          </a:xfrm>
          <a:prstGeom prst="rect">
            <a:avLst/>
          </a:prstGeom>
          <a:noFill/>
          <a:ln>
            <a:noFill/>
          </a:ln>
        </p:spPr>
      </p:pic>
    </p:spTree>
    <p:extLst>
      <p:ext uri="{BB962C8B-B14F-4D97-AF65-F5344CB8AC3E}">
        <p14:creationId xmlns:p14="http://schemas.microsoft.com/office/powerpoint/2010/main" val="42079238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17B9E-2BA1-DC31-722A-636F4CD4650D}"/>
              </a:ext>
            </a:extLst>
          </p:cNvPr>
          <p:cNvSpPr>
            <a:spLocks noGrp="1"/>
          </p:cNvSpPr>
          <p:nvPr>
            <p:ph type="title"/>
          </p:nvPr>
        </p:nvSpPr>
        <p:spPr>
          <a:xfrm>
            <a:off x="688978" y="514286"/>
            <a:ext cx="8596668" cy="1320800"/>
          </a:xfrm>
        </p:spPr>
        <p:txBody>
          <a:bodyPr>
            <a:normAutofit fontScale="90000"/>
          </a:bodyPr>
          <a:lstStyle/>
          <a:p>
            <a:r>
              <a:rPr lang="en-US" b="1" i="1" dirty="0"/>
              <a:t>Future Enhancements: The Path Toward Intuitive Interaction</a:t>
            </a:r>
            <a:br>
              <a:rPr lang="en-US" b="1" i="1" dirty="0"/>
            </a:br>
            <a:endParaRPr lang="en-IN" i="1" dirty="0"/>
          </a:p>
        </p:txBody>
      </p:sp>
      <p:sp>
        <p:nvSpPr>
          <p:cNvPr id="4" name="Slide Number Placeholder 3">
            <a:extLst>
              <a:ext uri="{FF2B5EF4-FFF2-40B4-BE49-F238E27FC236}">
                <a16:creationId xmlns:a16="http://schemas.microsoft.com/office/drawing/2014/main" id="{DC3BE33C-E7A9-C693-C43C-0F38145E1F48}"/>
              </a:ext>
            </a:extLst>
          </p:cNvPr>
          <p:cNvSpPr>
            <a:spLocks noGrp="1"/>
          </p:cNvSpPr>
          <p:nvPr>
            <p:ph type="sldNum" sz="quarter" idx="12"/>
          </p:nvPr>
        </p:nvSpPr>
        <p:spPr/>
        <p:txBody>
          <a:bodyPr/>
          <a:lstStyle/>
          <a:p>
            <a:fld id="{47425395-6D31-4434-A469-DE29B855650C}" type="slidenum">
              <a:rPr lang="en-IN" smtClean="0"/>
              <a:pPr/>
              <a:t>28</a:t>
            </a:fld>
            <a:endParaRPr lang="en-IN"/>
          </a:p>
        </p:txBody>
      </p:sp>
      <p:sp>
        <p:nvSpPr>
          <p:cNvPr id="6" name="TextBox 5">
            <a:extLst>
              <a:ext uri="{FF2B5EF4-FFF2-40B4-BE49-F238E27FC236}">
                <a16:creationId xmlns:a16="http://schemas.microsoft.com/office/drawing/2014/main" id="{55282186-8028-355E-5C77-549F54B4A1D5}"/>
              </a:ext>
            </a:extLst>
          </p:cNvPr>
          <p:cNvSpPr txBox="1"/>
          <p:nvPr/>
        </p:nvSpPr>
        <p:spPr>
          <a:xfrm>
            <a:off x="407368" y="1989995"/>
            <a:ext cx="9289032" cy="3693319"/>
          </a:xfrm>
          <a:prstGeom prst="rect">
            <a:avLst/>
          </a:prstGeom>
          <a:noFill/>
        </p:spPr>
        <p:txBody>
          <a:bodyPr wrap="square">
            <a:spAutoFit/>
          </a:bodyPr>
          <a:lstStyle/>
          <a:p>
            <a:pPr>
              <a:buNone/>
            </a:pPr>
            <a:r>
              <a:rPr lang="en-US" dirty="0"/>
              <a:t>The next phase of the Hand Gesture Mouse system focuses on evolving from simple coordinate tracking to a deeper, more human-like understanding of intent.</a:t>
            </a:r>
          </a:p>
          <a:p>
            <a:pPr>
              <a:buFont typeface="Arial" panose="020B0604020202020204" pitchFamily="34" charset="0"/>
              <a:buChar char="•"/>
            </a:pPr>
            <a:r>
              <a:rPr lang="en-US" b="1" dirty="0">
                <a:solidFill>
                  <a:srgbClr val="92D050"/>
                </a:solidFill>
              </a:rPr>
              <a:t>Advanced Dynamic Recognition:</a:t>
            </a:r>
            <a:r>
              <a:rPr lang="en-US" dirty="0">
                <a:solidFill>
                  <a:srgbClr val="92D050"/>
                </a:solidFill>
              </a:rPr>
              <a:t> </a:t>
            </a:r>
            <a:r>
              <a:rPr lang="en-US" dirty="0"/>
              <a:t>Implementing </a:t>
            </a:r>
            <a:r>
              <a:rPr lang="en-US" b="1" dirty="0"/>
              <a:t>RNN and LSTM models</a:t>
            </a:r>
            <a:r>
              <a:rPr lang="en-US" dirty="0"/>
              <a:t> to interpret motion sequences (like "air-writing") rather than just static hand shapes.</a:t>
            </a:r>
          </a:p>
          <a:p>
            <a:pPr>
              <a:buFont typeface="Arial" panose="020B0604020202020204" pitchFamily="34" charset="0"/>
              <a:buChar char="•"/>
            </a:pPr>
            <a:r>
              <a:rPr lang="en-US" b="1" dirty="0">
                <a:solidFill>
                  <a:srgbClr val="92D050"/>
                </a:solidFill>
              </a:rPr>
              <a:t>Contextual Intelligence</a:t>
            </a:r>
            <a:r>
              <a:rPr lang="en-US" b="1" dirty="0"/>
              <a:t>:</a:t>
            </a:r>
            <a:r>
              <a:rPr lang="en-US" dirty="0"/>
              <a:t> Using </a:t>
            </a:r>
            <a:r>
              <a:rPr lang="en-US" b="1" dirty="0"/>
              <a:t>Vision-Language Models (VLMs)</a:t>
            </a:r>
            <a:r>
              <a:rPr lang="en-US" dirty="0"/>
              <a:t> to let the system understand </a:t>
            </a:r>
            <a:r>
              <a:rPr lang="en-US" i="1" dirty="0"/>
              <a:t>what</a:t>
            </a:r>
            <a:r>
              <a:rPr lang="en-US" dirty="0"/>
              <a:t> app is being used (e.g., CAD software vs. medical tools) and predict the user's next logical step.</a:t>
            </a:r>
          </a:p>
          <a:p>
            <a:pPr>
              <a:buFont typeface="Arial" panose="020B0604020202020204" pitchFamily="34" charset="0"/>
              <a:buChar char="•"/>
            </a:pPr>
            <a:r>
              <a:rPr lang="en-US" b="1" dirty="0">
                <a:solidFill>
                  <a:srgbClr val="92D050"/>
                </a:solidFill>
              </a:rPr>
              <a:t>Transparency &amp; Privacy:</a:t>
            </a:r>
            <a:r>
              <a:rPr lang="en-US" dirty="0">
                <a:solidFill>
                  <a:srgbClr val="92D050"/>
                </a:solidFill>
              </a:rPr>
              <a:t> </a:t>
            </a:r>
            <a:r>
              <a:rPr lang="en-US" dirty="0"/>
              <a:t>* </a:t>
            </a:r>
            <a:r>
              <a:rPr lang="en-US" b="1" dirty="0"/>
              <a:t>Explainable AI (XAI):</a:t>
            </a:r>
            <a:r>
              <a:rPr lang="en-US" dirty="0"/>
              <a:t> Real-time feedback explaining errors (e.g., "lighting too low").</a:t>
            </a:r>
          </a:p>
          <a:p>
            <a:pPr marL="742950" lvl="1" indent="-285750">
              <a:buFont typeface="Arial" panose="020B0604020202020204" pitchFamily="34" charset="0"/>
              <a:buChar char="•"/>
            </a:pPr>
            <a:r>
              <a:rPr lang="en-US" b="1" dirty="0">
                <a:solidFill>
                  <a:srgbClr val="92D050"/>
                </a:solidFill>
              </a:rPr>
              <a:t>Edge Computing:</a:t>
            </a:r>
            <a:r>
              <a:rPr lang="en-US" dirty="0">
                <a:solidFill>
                  <a:srgbClr val="92D050"/>
                </a:solidFill>
              </a:rPr>
              <a:t> </a:t>
            </a:r>
            <a:r>
              <a:rPr lang="en-US" dirty="0"/>
              <a:t>Processing all video data locally on the device to ensure total user privacy.</a:t>
            </a:r>
          </a:p>
          <a:p>
            <a:pPr>
              <a:buFont typeface="Arial" panose="020B0604020202020204" pitchFamily="34" charset="0"/>
              <a:buChar char="•"/>
            </a:pPr>
            <a:r>
              <a:rPr lang="en-US" b="1" dirty="0">
                <a:solidFill>
                  <a:srgbClr val="92D050"/>
                </a:solidFill>
              </a:rPr>
              <a:t>Multimodal &amp; Tactile Feedback:</a:t>
            </a:r>
            <a:r>
              <a:rPr lang="en-US" dirty="0">
                <a:solidFill>
                  <a:srgbClr val="92D050"/>
                </a:solidFill>
              </a:rPr>
              <a:t> </a:t>
            </a:r>
            <a:r>
              <a:rPr lang="en-US" dirty="0"/>
              <a:t>Integrating </a:t>
            </a:r>
            <a:r>
              <a:rPr lang="en-US" b="1" dirty="0"/>
              <a:t>voice commands, eye-tracking, and mid-air haptic feedback</a:t>
            </a:r>
            <a:r>
              <a:rPr lang="en-US" dirty="0"/>
              <a:t> to simulate the physical "click" feel.</a:t>
            </a:r>
          </a:p>
        </p:txBody>
      </p:sp>
    </p:spTree>
    <p:extLst>
      <p:ext uri="{BB962C8B-B14F-4D97-AF65-F5344CB8AC3E}">
        <p14:creationId xmlns:p14="http://schemas.microsoft.com/office/powerpoint/2010/main" val="14878765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i="1" dirty="0"/>
              <a:t>                       Conclusion</a:t>
            </a:r>
          </a:p>
        </p:txBody>
      </p:sp>
      <p:sp>
        <p:nvSpPr>
          <p:cNvPr id="3" name="Subtitle 2"/>
          <p:cNvSpPr>
            <a:spLocks noGrp="1"/>
          </p:cNvSpPr>
          <p:nvPr>
            <p:ph idx="1"/>
          </p:nvPr>
        </p:nvSpPr>
        <p:spPr>
          <a:xfrm>
            <a:off x="407368" y="1772817"/>
            <a:ext cx="9649072" cy="5328591"/>
          </a:xfrm>
        </p:spPr>
        <p:txBody>
          <a:bodyPr>
            <a:noAutofit/>
          </a:bodyPr>
          <a:lstStyle/>
          <a:p>
            <a:pPr marL="0" indent="0">
              <a:lnSpc>
                <a:spcPct val="150000"/>
              </a:lnSpc>
              <a:buNone/>
            </a:pPr>
            <a:r>
              <a:rPr lang="en-IN" sz="2400" dirty="0"/>
              <a:t>The Handle Cursor Controller is a simple yet powerful system that replaces the traditional mouse with hand gestures. It promotes touchless technology and improves accessibility for users. This project shows how computer vision can be used to create more natural and intelligent interaction systems. In the future, this system can be enhanced with better accuracy, AI integration, and advanced gesture recognition features. Overall, it represents a step toward smarter and more user-friendly technology.</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i="1" dirty="0"/>
              <a:t>                         References</a:t>
            </a:r>
          </a:p>
        </p:txBody>
      </p:sp>
      <p:sp>
        <p:nvSpPr>
          <p:cNvPr id="5" name="Content Placeholder 4"/>
          <p:cNvSpPr>
            <a:spLocks noGrp="1"/>
          </p:cNvSpPr>
          <p:nvPr>
            <p:ph idx="1"/>
          </p:nvPr>
        </p:nvSpPr>
        <p:spPr/>
        <p:txBody>
          <a:bodyPr>
            <a:normAutofit fontScale="92500"/>
          </a:bodyPr>
          <a:lstStyle/>
          <a:p>
            <a:pPr marL="0" lvl="0" indent="0" defTabSz="914400" eaLnBrk="0" fontAlgn="base" hangingPunct="0">
              <a:spcBef>
                <a:spcPct val="0"/>
              </a:spcBef>
              <a:spcAft>
                <a:spcPct val="0"/>
              </a:spcAft>
              <a:buClrTx/>
              <a:buSzTx/>
              <a:buFontTx/>
              <a:buChar char="•"/>
            </a:pPr>
            <a:r>
              <a:rPr lang="en-US" altLang="en-US" sz="2400" dirty="0" err="1"/>
              <a:t>MediaPipe</a:t>
            </a:r>
            <a:r>
              <a:rPr lang="en-US" altLang="en-US" sz="2400" dirty="0"/>
              <a:t> Documentation: </a:t>
            </a:r>
            <a:r>
              <a:rPr lang="en-US" altLang="en-US" sz="2400" dirty="0">
                <a:hlinkClick r:id="rId2"/>
              </a:rPr>
              <a:t>Google Open Source - Hand Tracking</a:t>
            </a:r>
            <a:endParaRPr lang="en-US" altLang="en-US" sz="2400" dirty="0"/>
          </a:p>
          <a:p>
            <a:pPr marL="0" lvl="0" indent="0" defTabSz="914400" eaLnBrk="0" fontAlgn="base" hangingPunct="0">
              <a:spcBef>
                <a:spcPct val="0"/>
              </a:spcBef>
              <a:spcAft>
                <a:spcPct val="0"/>
              </a:spcAft>
              <a:buClrTx/>
              <a:buSzTx/>
              <a:buFontTx/>
              <a:buChar char="•"/>
            </a:pPr>
            <a:endParaRPr lang="en-US" altLang="en-US" sz="2400" dirty="0"/>
          </a:p>
          <a:p>
            <a:pPr marL="0" lvl="0" indent="0" defTabSz="914400" eaLnBrk="0" fontAlgn="base" hangingPunct="0">
              <a:spcBef>
                <a:spcPct val="0"/>
              </a:spcBef>
              <a:spcAft>
                <a:spcPct val="0"/>
              </a:spcAft>
              <a:buClrTx/>
              <a:buSzTx/>
              <a:buFontTx/>
              <a:buChar char="•"/>
            </a:pPr>
            <a:r>
              <a:rPr lang="en-US" altLang="en-US" sz="2400" dirty="0" err="1"/>
              <a:t>OpenCV</a:t>
            </a:r>
            <a:r>
              <a:rPr lang="en-US" altLang="en-US" sz="2400" dirty="0"/>
              <a:t> Library: </a:t>
            </a:r>
            <a:r>
              <a:rPr lang="en-US" altLang="en-US" sz="2400" dirty="0">
                <a:hlinkClick r:id="rId3"/>
              </a:rPr>
              <a:t>Official </a:t>
            </a:r>
            <a:r>
              <a:rPr lang="en-US" altLang="en-US" sz="2400" dirty="0" err="1">
                <a:hlinkClick r:id="rId3"/>
              </a:rPr>
              <a:t>OpenCV</a:t>
            </a:r>
            <a:r>
              <a:rPr lang="en-US" altLang="en-US" sz="2400" dirty="0">
                <a:hlinkClick r:id="rId3"/>
              </a:rPr>
              <a:t> Docs</a:t>
            </a:r>
            <a:r>
              <a:rPr lang="en-US" altLang="en-US" sz="2400" dirty="0"/>
              <a:t> for image manipulation and frame handling.</a:t>
            </a:r>
          </a:p>
          <a:p>
            <a:pPr marL="0" lvl="0" indent="0" defTabSz="914400" eaLnBrk="0" fontAlgn="base" hangingPunct="0">
              <a:spcBef>
                <a:spcPct val="0"/>
              </a:spcBef>
              <a:spcAft>
                <a:spcPct val="0"/>
              </a:spcAft>
              <a:buClrTx/>
              <a:buSzTx/>
              <a:buFontTx/>
              <a:buChar char="•"/>
            </a:pPr>
            <a:endParaRPr lang="en-US" altLang="en-US" sz="2400" dirty="0"/>
          </a:p>
          <a:p>
            <a:pPr marL="0" lvl="0" indent="0" defTabSz="914400" eaLnBrk="0" fontAlgn="base" hangingPunct="0">
              <a:spcBef>
                <a:spcPct val="0"/>
              </a:spcBef>
              <a:spcAft>
                <a:spcPct val="0"/>
              </a:spcAft>
              <a:buClrTx/>
              <a:buSzTx/>
              <a:buFontTx/>
              <a:buChar char="•"/>
            </a:pPr>
            <a:r>
              <a:rPr lang="en-US" altLang="en-US" sz="2400" dirty="0" err="1"/>
              <a:t>PyAutoGUI</a:t>
            </a:r>
            <a:r>
              <a:rPr lang="en-US" altLang="en-US" sz="2400" dirty="0"/>
              <a:t> Documentation: </a:t>
            </a:r>
            <a:r>
              <a:rPr lang="en-US" altLang="en-US" sz="2400" dirty="0" err="1">
                <a:hlinkClick r:id="rId4"/>
              </a:rPr>
              <a:t>PyAutoGUI</a:t>
            </a:r>
            <a:r>
              <a:rPr lang="en-US" altLang="en-US" sz="2400" dirty="0">
                <a:hlinkClick r:id="rId4"/>
              </a:rPr>
              <a:t> </a:t>
            </a:r>
            <a:r>
              <a:rPr lang="en-US" altLang="en-US" sz="2400" dirty="0" err="1">
                <a:hlinkClick r:id="rId4"/>
              </a:rPr>
              <a:t>GitHub</a:t>
            </a:r>
            <a:r>
              <a:rPr lang="en-US" altLang="en-US" sz="2400" dirty="0"/>
              <a:t> for cross-platform mouse and keyboard control.</a:t>
            </a:r>
          </a:p>
          <a:p>
            <a:pPr marL="0" lvl="0" indent="0" defTabSz="914400" eaLnBrk="0" fontAlgn="base" hangingPunct="0">
              <a:spcBef>
                <a:spcPct val="0"/>
              </a:spcBef>
              <a:spcAft>
                <a:spcPct val="0"/>
              </a:spcAft>
              <a:buClrTx/>
              <a:buSzTx/>
              <a:buFontTx/>
              <a:buChar char="•"/>
            </a:pPr>
            <a:endParaRPr lang="en-US" altLang="en-US" sz="2400" dirty="0"/>
          </a:p>
          <a:p>
            <a:pPr marL="0" lvl="0" indent="0" defTabSz="914400" eaLnBrk="0" fontAlgn="base" hangingPunct="0">
              <a:spcBef>
                <a:spcPct val="0"/>
              </a:spcBef>
              <a:spcAft>
                <a:spcPct val="0"/>
              </a:spcAft>
              <a:buClrTx/>
              <a:buSzTx/>
              <a:buFontTx/>
              <a:buChar char="•"/>
            </a:pPr>
            <a:r>
              <a:rPr lang="en-US" altLang="en-US" sz="2400" dirty="0"/>
              <a:t>Research Paper: </a:t>
            </a:r>
            <a:r>
              <a:rPr lang="en-US" altLang="en-US" sz="2400" dirty="0" err="1"/>
              <a:t>Zhengyou</a:t>
            </a:r>
            <a:r>
              <a:rPr lang="en-US" altLang="en-US" sz="2400" dirty="0"/>
              <a:t> Zhang, "Microsoft </a:t>
            </a:r>
            <a:r>
              <a:rPr lang="en-US" altLang="en-US" sz="2400" dirty="0" err="1"/>
              <a:t>Kinect</a:t>
            </a:r>
            <a:r>
              <a:rPr lang="en-US" altLang="en-US" sz="2400" dirty="0"/>
              <a:t> Sensor and Its Effect," IEEE Multimedia, 2012 (For foundational concepts on depth and gesture sensing).</a:t>
            </a:r>
          </a:p>
          <a:p>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4294967295"/>
          </p:nvPr>
        </p:nvSpPr>
        <p:spPr>
          <a:xfrm>
            <a:off x="835347" y="1512466"/>
            <a:ext cx="9509125" cy="4868862"/>
          </a:xfrm>
        </p:spPr>
        <p:txBody>
          <a:bodyPr/>
          <a:lstStyle/>
          <a:p>
            <a:pPr algn="ctr">
              <a:buNone/>
            </a:pPr>
            <a:endParaRPr lang="en-US" sz="7200" dirty="0">
              <a:solidFill>
                <a:schemeClr val="tx2"/>
              </a:solidFill>
            </a:endParaRPr>
          </a:p>
          <a:p>
            <a:pPr algn="ctr">
              <a:buNone/>
            </a:pPr>
            <a:r>
              <a:rPr lang="en-US" sz="8800" dirty="0">
                <a:solidFill>
                  <a:srgbClr val="92D050"/>
                </a:solidFill>
              </a:rPr>
              <a:t>THANK</a:t>
            </a:r>
            <a:r>
              <a:rPr lang="en-US" sz="8800" dirty="0">
                <a:solidFill>
                  <a:schemeClr val="tx2"/>
                </a:solidFill>
              </a:rPr>
              <a:t> </a:t>
            </a:r>
            <a:r>
              <a:rPr lang="en-US" sz="8800" dirty="0">
                <a:solidFill>
                  <a:srgbClr val="00B050"/>
                </a:solidFill>
              </a:rPr>
              <a:t>YOU</a:t>
            </a: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22899</TotalTime>
  <Words>1576</Words>
  <Application>Microsoft Office PowerPoint</Application>
  <PresentationFormat>Widescreen</PresentationFormat>
  <Paragraphs>138</Paragraphs>
  <Slides>31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Arial</vt:lpstr>
      <vt:lpstr>Calibri</vt:lpstr>
      <vt:lpstr>Century Gothic</vt:lpstr>
      <vt:lpstr>Google Sans Text</vt:lpstr>
      <vt:lpstr>Times New Roman</vt:lpstr>
      <vt:lpstr>Trebuchet MS</vt:lpstr>
      <vt:lpstr>Wingdings</vt:lpstr>
      <vt:lpstr>Wingdings 3</vt:lpstr>
      <vt:lpstr>Facet</vt:lpstr>
      <vt:lpstr> VISION-BASED GESTURE CONTROL SYSTEM</vt:lpstr>
      <vt:lpstr>                         Abstract</vt:lpstr>
      <vt:lpstr>                     Introduction</vt:lpstr>
      <vt:lpstr>                 Literature Survey</vt:lpstr>
      <vt:lpstr>PowerPoint Presentation</vt:lpstr>
      <vt:lpstr>                  Problem Statement</vt:lpstr>
      <vt:lpstr>       HARDWARE REQUIREMENTS </vt:lpstr>
      <vt:lpstr>     SOFTWARE REQUIREMENTS </vt:lpstr>
      <vt:lpstr>                         Solutions</vt:lpstr>
      <vt:lpstr>                System Architecture</vt:lpstr>
      <vt:lpstr>                    System Module</vt:lpstr>
      <vt:lpstr>CLASS DIAGRAM</vt:lpstr>
      <vt:lpstr>USE CASE DIAGRAM</vt:lpstr>
      <vt:lpstr>ACTIVITY DIAGRAM</vt:lpstr>
      <vt:lpstr>SEQUENCE DIAGRAM</vt:lpstr>
      <vt:lpstr>STATE CHART DIAGRAM</vt:lpstr>
      <vt:lpstr>OBJECT DIAGRAM</vt:lpstr>
      <vt:lpstr>DEPLOYMENT DIAGRAM</vt:lpstr>
      <vt:lpstr>COMPONENET DIAGRAM</vt:lpstr>
      <vt:lpstr>COLLABORATION DIAGRAM</vt:lpstr>
      <vt:lpstr>                       Gestures</vt:lpstr>
      <vt:lpstr>                                Testing  </vt:lpstr>
      <vt:lpstr>                 Types of Testing</vt:lpstr>
      <vt:lpstr>TESTING  OUTPUTS: ---</vt:lpstr>
      <vt:lpstr>PowerPoint Presentation</vt:lpstr>
      <vt:lpstr>PowerPoint Presentation</vt:lpstr>
      <vt:lpstr>PowerPoint Presentation</vt:lpstr>
      <vt:lpstr>Future Enhancements: The Path Toward Intuitive Interaction </vt:lpstr>
      <vt:lpstr>                       Conclusion</vt:lpstr>
      <vt:lpstr>                         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 P</cp:lastModifiedBy>
  <cp:revision>543</cp:revision>
  <dcterms:created xsi:type="dcterms:W3CDTF">2023-01-06T04:26:51Z</dcterms:created>
  <dcterms:modified xsi:type="dcterms:W3CDTF">2026-04-15T21:49:26Z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Custom</vt:lpwstr>
  </property>
  <property fmtid="{D5CDD505-2E9C-101B-9397-08002B2CF9AE}" pid="3" name="Slides">
    <vt:r8>82</vt:r8>
  </property>
</Properties>
</file>